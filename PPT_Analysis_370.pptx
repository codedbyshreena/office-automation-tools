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1"/>
  </p:notesMasterIdLst>
  <p:handoutMasterIdLst>
    <p:handoutMasterId r:id="rId12"/>
  </p:handoutMasterIdLst>
  <p:sldIdLst>
    <p:sldId id="312" r:id="rId5"/>
    <p:sldId id="313" r:id="rId6"/>
    <p:sldId id="314" r:id="rId7"/>
    <p:sldId id="315" r:id="rId8"/>
    <p:sldId id="316" r:id="rId9"/>
    <p:sldId id="317" r:id="rId10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C6D91D-1C4A-41CE-83D0-FCCADBA809D0}" v="22" dt="2026-09-19T16:44:53.120"/>
  </p1510:revLst>
</p1510:revInfo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70" d="100"/>
          <a:sy n="70" d="100"/>
        </p:scale>
        <p:origin x="536" y="5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eena Solia" userId="ce99177b26c586f9" providerId="LiveId" clId="{1F1047B7-353E-4D5F-BD1C-2AC2A6DBBBA4}"/>
    <pc:docChg chg="undo custSel addSld delSld modSld modMainMaster">
      <pc:chgData name="Shreena Solia" userId="ce99177b26c586f9" providerId="LiveId" clId="{1F1047B7-353E-4D5F-BD1C-2AC2A6DBBBA4}" dt="2026-09-19T16:44:53.119" v="471"/>
      <pc:docMkLst>
        <pc:docMk/>
      </pc:docMkLst>
      <pc:sldChg chg="modTransition">
        <pc:chgData name="Shreena Solia" userId="ce99177b26c586f9" providerId="LiveId" clId="{1F1047B7-353E-4D5F-BD1C-2AC2A6DBBBA4}" dt="2026-09-19T16:44:53.119" v="471"/>
        <pc:sldMkLst>
          <pc:docMk/>
          <pc:sldMk cId="2202437675" sldId="312"/>
        </pc:sldMkLst>
      </pc:sldChg>
      <pc:sldChg chg="addSp delSp modSp mod modTransition">
        <pc:chgData name="Shreena Solia" userId="ce99177b26c586f9" providerId="LiveId" clId="{1F1047B7-353E-4D5F-BD1C-2AC2A6DBBBA4}" dt="2026-09-19T16:44:53.119" v="471"/>
        <pc:sldMkLst>
          <pc:docMk/>
          <pc:sldMk cId="2039248300" sldId="313"/>
        </pc:sldMkLst>
        <pc:spChg chg="mod">
          <ac:chgData name="Shreena Solia" userId="ce99177b26c586f9" providerId="LiveId" clId="{1F1047B7-353E-4D5F-BD1C-2AC2A6DBBBA4}" dt="2026-09-19T16:32:08.204" v="7" actId="20577"/>
          <ac:spMkLst>
            <pc:docMk/>
            <pc:sldMk cId="2039248300" sldId="313"/>
            <ac:spMk id="2" creationId="{6D0DEE2B-BA2C-7F72-1121-CD798B67711E}"/>
          </ac:spMkLst>
        </pc:spChg>
        <pc:spChg chg="del mod">
          <ac:chgData name="Shreena Solia" userId="ce99177b26c586f9" providerId="LiveId" clId="{1F1047B7-353E-4D5F-BD1C-2AC2A6DBBBA4}" dt="2026-09-19T16:32:18.196" v="8" actId="3680"/>
          <ac:spMkLst>
            <pc:docMk/>
            <pc:sldMk cId="2039248300" sldId="313"/>
            <ac:spMk id="3" creationId="{BA6D5B73-59D7-DC97-D1A7-5134E45B715C}"/>
          </ac:spMkLst>
        </pc:spChg>
        <pc:graphicFrameChg chg="add mod ord modGraphic">
          <ac:chgData name="Shreena Solia" userId="ce99177b26c586f9" providerId="LiveId" clId="{1F1047B7-353E-4D5F-BD1C-2AC2A6DBBBA4}" dt="2026-09-19T16:34:57.127" v="193" actId="12385"/>
          <ac:graphicFrameMkLst>
            <pc:docMk/>
            <pc:sldMk cId="2039248300" sldId="313"/>
            <ac:graphicFrameMk id="5" creationId="{4F0D3DB0-F9C6-51C0-44D3-AE32B8BCFDFD}"/>
          </ac:graphicFrameMkLst>
        </pc:graphicFrameChg>
      </pc:sldChg>
      <pc:sldChg chg="addSp delSp modSp new mod modTransition">
        <pc:chgData name="Shreena Solia" userId="ce99177b26c586f9" providerId="LiveId" clId="{1F1047B7-353E-4D5F-BD1C-2AC2A6DBBBA4}" dt="2026-09-19T16:44:53.119" v="471"/>
        <pc:sldMkLst>
          <pc:docMk/>
          <pc:sldMk cId="698342303" sldId="314"/>
        </pc:sldMkLst>
        <pc:spChg chg="mod">
          <ac:chgData name="Shreena Solia" userId="ce99177b26c586f9" providerId="LiveId" clId="{1F1047B7-353E-4D5F-BD1C-2AC2A6DBBBA4}" dt="2026-09-19T16:35:38.349" v="227" actId="20577"/>
          <ac:spMkLst>
            <pc:docMk/>
            <pc:sldMk cId="698342303" sldId="314"/>
            <ac:spMk id="2" creationId="{956C78D0-370D-5B52-FDDB-04139CD78388}"/>
          </ac:spMkLst>
        </pc:spChg>
        <pc:spChg chg="del">
          <ac:chgData name="Shreena Solia" userId="ce99177b26c586f9" providerId="LiveId" clId="{1F1047B7-353E-4D5F-BD1C-2AC2A6DBBBA4}" dt="2026-09-19T16:36:03.151" v="229" actId="1957"/>
          <ac:spMkLst>
            <pc:docMk/>
            <pc:sldMk cId="698342303" sldId="314"/>
            <ac:spMk id="3" creationId="{BB77D32C-3320-E227-7392-0275227B244E}"/>
          </ac:spMkLst>
        </pc:spChg>
        <pc:graphicFrameChg chg="add mod">
          <ac:chgData name="Shreena Solia" userId="ce99177b26c586f9" providerId="LiveId" clId="{1F1047B7-353E-4D5F-BD1C-2AC2A6DBBBA4}" dt="2026-09-19T16:36:03.151" v="229" actId="1957"/>
          <ac:graphicFrameMkLst>
            <pc:docMk/>
            <pc:sldMk cId="698342303" sldId="314"/>
            <ac:graphicFrameMk id="7" creationId="{C4151A5B-8970-3BE1-27C2-938313A8C7B5}"/>
          </ac:graphicFrameMkLst>
        </pc:graphicFrameChg>
      </pc:sldChg>
      <pc:sldChg chg="new del">
        <pc:chgData name="Shreena Solia" userId="ce99177b26c586f9" providerId="LiveId" clId="{1F1047B7-353E-4D5F-BD1C-2AC2A6DBBBA4}" dt="2026-09-19T16:35:06.675" v="195" actId="47"/>
        <pc:sldMkLst>
          <pc:docMk/>
          <pc:sldMk cId="2646566566" sldId="314"/>
        </pc:sldMkLst>
      </pc:sldChg>
      <pc:sldChg chg="addSp delSp modSp new mod modTransition">
        <pc:chgData name="Shreena Solia" userId="ce99177b26c586f9" providerId="LiveId" clId="{1F1047B7-353E-4D5F-BD1C-2AC2A6DBBBA4}" dt="2026-09-19T16:44:53.119" v="471"/>
        <pc:sldMkLst>
          <pc:docMk/>
          <pc:sldMk cId="2113920447" sldId="315"/>
        </pc:sldMkLst>
        <pc:spChg chg="mod">
          <ac:chgData name="Shreena Solia" userId="ce99177b26c586f9" providerId="LiveId" clId="{1F1047B7-353E-4D5F-BD1C-2AC2A6DBBBA4}" dt="2026-09-19T16:42:34.876" v="402" actId="20577"/>
          <ac:spMkLst>
            <pc:docMk/>
            <pc:sldMk cId="2113920447" sldId="315"/>
            <ac:spMk id="2" creationId="{FC39CBBB-3FBB-34D6-AB46-464C55BA8386}"/>
          </ac:spMkLst>
        </pc:spChg>
        <pc:spChg chg="del">
          <ac:chgData name="Shreena Solia" userId="ce99177b26c586f9" providerId="LiveId" clId="{1F1047B7-353E-4D5F-BD1C-2AC2A6DBBBA4}" dt="2026-09-19T16:38:42.337" v="258" actId="1032"/>
          <ac:spMkLst>
            <pc:docMk/>
            <pc:sldMk cId="2113920447" sldId="315"/>
            <ac:spMk id="4" creationId="{010C544B-1E56-EC70-9B7A-E330EAAF2E69}"/>
          </ac:spMkLst>
        </pc:spChg>
        <pc:spChg chg="del">
          <ac:chgData name="Shreena Solia" userId="ce99177b26c586f9" providerId="LiveId" clId="{1F1047B7-353E-4D5F-BD1C-2AC2A6DBBBA4}" dt="2026-09-19T16:39:20.725" v="308" actId="21"/>
          <ac:spMkLst>
            <pc:docMk/>
            <pc:sldMk cId="2113920447" sldId="315"/>
            <ac:spMk id="5" creationId="{FC3CE201-2DE5-EF67-47DF-89F7E208A1A4}"/>
          </ac:spMkLst>
        </pc:spChg>
        <pc:graphicFrameChg chg="add mod modGraphic">
          <ac:chgData name="Shreena Solia" userId="ce99177b26c586f9" providerId="LiveId" clId="{1F1047B7-353E-4D5F-BD1C-2AC2A6DBBBA4}" dt="2026-09-19T16:42:17.715" v="372" actId="1076"/>
          <ac:graphicFrameMkLst>
            <pc:docMk/>
            <pc:sldMk cId="2113920447" sldId="315"/>
            <ac:graphicFrameMk id="6" creationId="{A1AA89A9-C27E-5E79-A2C2-4A2934D703A1}"/>
          </ac:graphicFrameMkLst>
        </pc:graphicFrameChg>
      </pc:sldChg>
      <pc:sldChg chg="addSp delSp modSp new mod modTransition">
        <pc:chgData name="Shreena Solia" userId="ce99177b26c586f9" providerId="LiveId" clId="{1F1047B7-353E-4D5F-BD1C-2AC2A6DBBBA4}" dt="2026-09-19T16:44:53.119" v="471"/>
        <pc:sldMkLst>
          <pc:docMk/>
          <pc:sldMk cId="3030372584" sldId="316"/>
        </pc:sldMkLst>
        <pc:spChg chg="mod">
          <ac:chgData name="Shreena Solia" userId="ce99177b26c586f9" providerId="LiveId" clId="{1F1047B7-353E-4D5F-BD1C-2AC2A6DBBBA4}" dt="2026-09-19T16:44:13.437" v="442" actId="1076"/>
          <ac:spMkLst>
            <pc:docMk/>
            <pc:sldMk cId="3030372584" sldId="316"/>
            <ac:spMk id="2" creationId="{35FDD906-23FE-8838-8223-6E96DE400896}"/>
          </ac:spMkLst>
        </pc:spChg>
        <pc:spChg chg="del">
          <ac:chgData name="Shreena Solia" userId="ce99177b26c586f9" providerId="LiveId" clId="{1F1047B7-353E-4D5F-BD1C-2AC2A6DBBBA4}" dt="2026-09-19T16:43:12.443" v="434" actId="1957"/>
          <ac:spMkLst>
            <pc:docMk/>
            <pc:sldMk cId="3030372584" sldId="316"/>
            <ac:spMk id="3" creationId="{EA27BC6A-143A-4A1F-5143-10F572850F86}"/>
          </ac:spMkLst>
        </pc:spChg>
        <pc:graphicFrameChg chg="add mod">
          <ac:chgData name="Shreena Solia" userId="ce99177b26c586f9" providerId="LiveId" clId="{1F1047B7-353E-4D5F-BD1C-2AC2A6DBBBA4}" dt="2026-09-19T16:44:19.141" v="444" actId="14100"/>
          <ac:graphicFrameMkLst>
            <pc:docMk/>
            <pc:sldMk cId="3030372584" sldId="316"/>
            <ac:graphicFrameMk id="7" creationId="{0B26DBFF-A3B6-61EA-FF63-C4D2A9AC3B4D}"/>
          </ac:graphicFrameMkLst>
        </pc:graphicFrameChg>
      </pc:sldChg>
      <pc:sldChg chg="modSp new mod modTransition">
        <pc:chgData name="Shreena Solia" userId="ce99177b26c586f9" providerId="LiveId" clId="{1F1047B7-353E-4D5F-BD1C-2AC2A6DBBBA4}" dt="2026-09-19T16:44:53.119" v="471"/>
        <pc:sldMkLst>
          <pc:docMk/>
          <pc:sldMk cId="691204220" sldId="317"/>
        </pc:sldMkLst>
        <pc:spChg chg="mod">
          <ac:chgData name="Shreena Solia" userId="ce99177b26c586f9" providerId="LiveId" clId="{1F1047B7-353E-4D5F-BD1C-2AC2A6DBBBA4}" dt="2026-09-19T16:44:35" v="469" actId="5793"/>
          <ac:spMkLst>
            <pc:docMk/>
            <pc:sldMk cId="691204220" sldId="317"/>
            <ac:spMk id="2" creationId="{4B3BF93E-E003-8281-ABF5-B12A64541BFB}"/>
          </ac:spMkLst>
        </pc:spChg>
      </pc:sldChg>
      <pc:sldMasterChg chg="modTransition modSldLayout">
        <pc:chgData name="Shreena Solia" userId="ce99177b26c586f9" providerId="LiveId" clId="{1F1047B7-353E-4D5F-BD1C-2AC2A6DBBBA4}" dt="2026-09-19T16:44:53.119" v="471"/>
        <pc:sldMasterMkLst>
          <pc:docMk/>
          <pc:sldMasterMk cId="154833434" sldId="2147483650"/>
        </pc:sldMasterMkLst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631799807" sldId="2147483651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1681789449" sldId="2147483653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071868441" sldId="2147483656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1581182869" sldId="2147483657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745005521" sldId="2147483658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234670087" sldId="2147483659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333964501" sldId="2147483663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552850918" sldId="2147483668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372898826" sldId="2147483676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433189165" sldId="2147483680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3116296531" sldId="2147483685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1686733275" sldId="2147483686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3183620452" sldId="2147483687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207104535" sldId="2147483688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203958812" sldId="2147483689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586650709" sldId="2147483691"/>
          </pc:sldLayoutMkLst>
        </pc:sldLayoutChg>
        <pc:sldLayoutChg chg="modTransition">
          <pc:chgData name="Shreena Solia" userId="ce99177b26c586f9" providerId="LiveId" clId="{1F1047B7-353E-4D5F-BD1C-2AC2A6DBBBA4}" dt="2026-09-19T16:44:53.119" v="471"/>
          <pc:sldLayoutMkLst>
            <pc:docMk/>
            <pc:sldMasterMk cId="154833434" sldId="2147483650"/>
            <pc:sldLayoutMk cId="2767508154" sldId="214748369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Shreena Solia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OOPJ</c:v>
                </c:pt>
                <c:pt idx="1">
                  <c:v>MATHS-2</c:v>
                </c:pt>
                <c:pt idx="2">
                  <c:v>WD</c:v>
                </c:pt>
                <c:pt idx="3">
                  <c:v>EG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</c:v>
                </c:pt>
                <c:pt idx="1">
                  <c:v>95</c:v>
                </c:pt>
                <c:pt idx="2">
                  <c:v>96</c:v>
                </c:pt>
                <c:pt idx="3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D6-4F0B-93CE-C0D00EA50F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Priyal Chapla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OOPJ</c:v>
                </c:pt>
                <c:pt idx="1">
                  <c:v>MATHS-2</c:v>
                </c:pt>
                <c:pt idx="2">
                  <c:v>WD</c:v>
                </c:pt>
                <c:pt idx="3">
                  <c:v>EG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97</c:v>
                </c:pt>
                <c:pt idx="1">
                  <c:v>98</c:v>
                </c:pt>
                <c:pt idx="2">
                  <c:v>96</c:v>
                </c:pt>
                <c:pt idx="3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D6-4F0B-93CE-C0D00EA50F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Swasti Raiyani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OOPJ</c:v>
                </c:pt>
                <c:pt idx="1">
                  <c:v>MATHS-2</c:v>
                </c:pt>
                <c:pt idx="2">
                  <c:v>WD</c:v>
                </c:pt>
                <c:pt idx="3">
                  <c:v>EG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99</c:v>
                </c:pt>
                <c:pt idx="1">
                  <c:v>92</c:v>
                </c:pt>
                <c:pt idx="2">
                  <c:v>92</c:v>
                </c:pt>
                <c:pt idx="3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D6-4F0B-93CE-C0D00EA50F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93033280"/>
        <c:axId val="656799376"/>
      </c:barChart>
      <c:catAx>
        <c:axId val="109303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56799376"/>
        <c:crosses val="autoZero"/>
        <c:auto val="1"/>
        <c:lblAlgn val="ctr"/>
        <c:lblOffset val="100"/>
        <c:noMultiLvlLbl val="0"/>
      </c:catAx>
      <c:valAx>
        <c:axId val="656799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9303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Subject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Sheet1!$A$2:$A$5</c:f>
              <c:strCache>
                <c:ptCount val="4"/>
                <c:pt idx="0">
                  <c:v>OOPJ</c:v>
                </c:pt>
                <c:pt idx="1">
                  <c:v>MATHS-2</c:v>
                </c:pt>
                <c:pt idx="2">
                  <c:v>WD</c:v>
                </c:pt>
                <c:pt idx="3">
                  <c:v>EG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D9-43A2-B7B8-69B6B85AD7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16DE74-B873-4034-BF34-80F255B762C0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7ADD33A-07B1-4708-AF13-48367DDF374F}">
      <dgm:prSet phldrT="[Text]" phldr="0"/>
      <dgm:spPr/>
      <dgm:t>
        <a:bodyPr/>
        <a:lstStyle/>
        <a:p>
          <a:r>
            <a:rPr lang="en-US" dirty="0"/>
            <a:t>Semester 2</a:t>
          </a:r>
          <a:endParaRPr lang="en-IN" dirty="0"/>
        </a:p>
      </dgm:t>
    </dgm:pt>
    <dgm:pt modelId="{DAA7C577-684E-46D2-88FB-E3EEDE8CAFF1}" type="parTrans" cxnId="{1D3D29C6-B24E-453D-8F4E-B410D1BB14E3}">
      <dgm:prSet/>
      <dgm:spPr/>
      <dgm:t>
        <a:bodyPr/>
        <a:lstStyle/>
        <a:p>
          <a:endParaRPr lang="en-IN"/>
        </a:p>
      </dgm:t>
    </dgm:pt>
    <dgm:pt modelId="{15C850A4-04C0-47FF-A537-AB638B7E86FB}" type="sibTrans" cxnId="{1D3D29C6-B24E-453D-8F4E-B410D1BB14E3}">
      <dgm:prSet/>
      <dgm:spPr/>
      <dgm:t>
        <a:bodyPr/>
        <a:lstStyle/>
        <a:p>
          <a:endParaRPr lang="en-IN"/>
        </a:p>
      </dgm:t>
    </dgm:pt>
    <dgm:pt modelId="{15F4E7D4-10EB-47F1-BD1D-8D4869B1E5FA}">
      <dgm:prSet phldrT="[Text]" phldr="0"/>
      <dgm:spPr/>
      <dgm:t>
        <a:bodyPr/>
        <a:lstStyle/>
        <a:p>
          <a:r>
            <a:rPr lang="en-US" dirty="0"/>
            <a:t>OOPJ</a:t>
          </a:r>
          <a:endParaRPr lang="en-IN" dirty="0"/>
        </a:p>
      </dgm:t>
    </dgm:pt>
    <dgm:pt modelId="{76E86F2C-7FF2-4687-8197-F971B19A765F}" type="parTrans" cxnId="{F0343A93-BFC0-4DEF-AC01-D458B5D2F8C7}">
      <dgm:prSet/>
      <dgm:spPr/>
      <dgm:t>
        <a:bodyPr/>
        <a:lstStyle/>
        <a:p>
          <a:endParaRPr lang="en-IN"/>
        </a:p>
      </dgm:t>
    </dgm:pt>
    <dgm:pt modelId="{90DB2104-563D-40B0-A35D-F4B94F24C379}" type="sibTrans" cxnId="{F0343A93-BFC0-4DEF-AC01-D458B5D2F8C7}">
      <dgm:prSet/>
      <dgm:spPr/>
      <dgm:t>
        <a:bodyPr/>
        <a:lstStyle/>
        <a:p>
          <a:endParaRPr lang="en-IN"/>
        </a:p>
      </dgm:t>
    </dgm:pt>
    <dgm:pt modelId="{778D7872-628A-43B0-A791-8D12D8F28E52}">
      <dgm:prSet phldrT="[Text]" phldr="0"/>
      <dgm:spPr/>
      <dgm:t>
        <a:bodyPr/>
        <a:lstStyle/>
        <a:p>
          <a:r>
            <a:rPr lang="en-US" dirty="0"/>
            <a:t>WD</a:t>
          </a:r>
          <a:endParaRPr lang="en-IN" dirty="0"/>
        </a:p>
      </dgm:t>
    </dgm:pt>
    <dgm:pt modelId="{7753DB3B-DB46-4E54-AE88-E8BAFCEFFD29}" type="parTrans" cxnId="{A07290C5-1F00-464A-AB48-1AC631E2FD8B}">
      <dgm:prSet/>
      <dgm:spPr/>
      <dgm:t>
        <a:bodyPr/>
        <a:lstStyle/>
        <a:p>
          <a:endParaRPr lang="en-IN"/>
        </a:p>
      </dgm:t>
    </dgm:pt>
    <dgm:pt modelId="{2771DCEB-415D-4B18-8E98-B548B0A9E4CB}" type="sibTrans" cxnId="{A07290C5-1F00-464A-AB48-1AC631E2FD8B}">
      <dgm:prSet/>
      <dgm:spPr/>
      <dgm:t>
        <a:bodyPr/>
        <a:lstStyle/>
        <a:p>
          <a:endParaRPr lang="en-IN"/>
        </a:p>
      </dgm:t>
    </dgm:pt>
    <dgm:pt modelId="{B9DE051B-9766-49FF-AEE6-7008CA0E4F69}">
      <dgm:prSet phldrT="[Text]" phldr="0"/>
      <dgm:spPr/>
      <dgm:t>
        <a:bodyPr/>
        <a:lstStyle/>
        <a:p>
          <a:r>
            <a:rPr lang="en-US" dirty="0"/>
            <a:t>MATHS-2</a:t>
          </a:r>
          <a:endParaRPr lang="en-IN" dirty="0"/>
        </a:p>
      </dgm:t>
    </dgm:pt>
    <dgm:pt modelId="{71984731-2172-40FF-AED6-514A03037C5D}" type="parTrans" cxnId="{6EE4CBFE-89AB-482D-9397-FDF88300289A}">
      <dgm:prSet/>
      <dgm:spPr/>
      <dgm:t>
        <a:bodyPr/>
        <a:lstStyle/>
        <a:p>
          <a:endParaRPr lang="en-IN"/>
        </a:p>
      </dgm:t>
    </dgm:pt>
    <dgm:pt modelId="{445620EF-D5DD-4888-97F8-97AABA22FA31}" type="sibTrans" cxnId="{6EE4CBFE-89AB-482D-9397-FDF88300289A}">
      <dgm:prSet/>
      <dgm:spPr/>
      <dgm:t>
        <a:bodyPr/>
        <a:lstStyle/>
        <a:p>
          <a:endParaRPr lang="en-IN"/>
        </a:p>
      </dgm:t>
    </dgm:pt>
    <dgm:pt modelId="{AC6633C2-4560-43AF-96F4-33A7CFC4854E}">
      <dgm:prSet phldrT="[Text]" phldr="0"/>
      <dgm:spPr/>
      <dgm:t>
        <a:bodyPr/>
        <a:lstStyle/>
        <a:p>
          <a:r>
            <a:rPr lang="en-US" dirty="0"/>
            <a:t>EG</a:t>
          </a:r>
          <a:endParaRPr lang="en-IN" dirty="0"/>
        </a:p>
      </dgm:t>
    </dgm:pt>
    <dgm:pt modelId="{DA6B2D9F-FD95-4FF0-92EF-23250AD81D3A}" type="parTrans" cxnId="{0EA06F22-7095-4372-8394-A5E0610C6CE9}">
      <dgm:prSet/>
      <dgm:spPr/>
      <dgm:t>
        <a:bodyPr/>
        <a:lstStyle/>
        <a:p>
          <a:endParaRPr lang="en-IN"/>
        </a:p>
      </dgm:t>
    </dgm:pt>
    <dgm:pt modelId="{DD146454-8177-474E-985D-181C98F5F24D}" type="sibTrans" cxnId="{0EA06F22-7095-4372-8394-A5E0610C6CE9}">
      <dgm:prSet/>
      <dgm:spPr/>
      <dgm:t>
        <a:bodyPr/>
        <a:lstStyle/>
        <a:p>
          <a:endParaRPr lang="en-IN"/>
        </a:p>
      </dgm:t>
    </dgm:pt>
    <dgm:pt modelId="{4A0AC9FF-6817-4F5D-86DA-22F936BDB210}" type="pres">
      <dgm:prSet presAssocID="{0716DE74-B873-4034-BF34-80F255B762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5CB4DB7-88D8-43D3-A478-D343144718D3}" type="pres">
      <dgm:prSet presAssocID="{F7ADD33A-07B1-4708-AF13-48367DDF374F}" presName="hierRoot1" presStyleCnt="0"/>
      <dgm:spPr/>
    </dgm:pt>
    <dgm:pt modelId="{135DE57B-9068-4826-8B72-28D5B84CA530}" type="pres">
      <dgm:prSet presAssocID="{F7ADD33A-07B1-4708-AF13-48367DDF374F}" presName="composite" presStyleCnt="0"/>
      <dgm:spPr/>
    </dgm:pt>
    <dgm:pt modelId="{D54B0968-1653-44ED-8ED3-BE422063C553}" type="pres">
      <dgm:prSet presAssocID="{F7ADD33A-07B1-4708-AF13-48367DDF374F}" presName="background" presStyleLbl="node0" presStyleIdx="0" presStyleCnt="1"/>
      <dgm:spPr/>
    </dgm:pt>
    <dgm:pt modelId="{2C042F47-8123-44B6-82D1-2A50380BFE45}" type="pres">
      <dgm:prSet presAssocID="{F7ADD33A-07B1-4708-AF13-48367DDF374F}" presName="text" presStyleLbl="fgAcc0" presStyleIdx="0" presStyleCnt="1">
        <dgm:presLayoutVars>
          <dgm:chPref val="3"/>
        </dgm:presLayoutVars>
      </dgm:prSet>
      <dgm:spPr/>
    </dgm:pt>
    <dgm:pt modelId="{B940CEDB-0111-41F9-A835-E235071B6DB9}" type="pres">
      <dgm:prSet presAssocID="{F7ADD33A-07B1-4708-AF13-48367DDF374F}" presName="hierChild2" presStyleCnt="0"/>
      <dgm:spPr/>
    </dgm:pt>
    <dgm:pt modelId="{211B0341-713E-496E-B8A5-CE1D2571685A}" type="pres">
      <dgm:prSet presAssocID="{76E86F2C-7FF2-4687-8197-F971B19A765F}" presName="Name10" presStyleLbl="parChTrans1D2" presStyleIdx="0" presStyleCnt="4"/>
      <dgm:spPr/>
    </dgm:pt>
    <dgm:pt modelId="{D910CEDE-4F04-4D8B-BCC4-4B02E8FE24C6}" type="pres">
      <dgm:prSet presAssocID="{15F4E7D4-10EB-47F1-BD1D-8D4869B1E5FA}" presName="hierRoot2" presStyleCnt="0"/>
      <dgm:spPr/>
    </dgm:pt>
    <dgm:pt modelId="{7890242A-FEE3-416C-867C-93062AFC5049}" type="pres">
      <dgm:prSet presAssocID="{15F4E7D4-10EB-47F1-BD1D-8D4869B1E5FA}" presName="composite2" presStyleCnt="0"/>
      <dgm:spPr/>
    </dgm:pt>
    <dgm:pt modelId="{44D15D10-1B8E-4E57-A54C-A332D0A0B5DF}" type="pres">
      <dgm:prSet presAssocID="{15F4E7D4-10EB-47F1-BD1D-8D4869B1E5FA}" presName="background2" presStyleLbl="node2" presStyleIdx="0" presStyleCnt="4"/>
      <dgm:spPr/>
    </dgm:pt>
    <dgm:pt modelId="{AB3C8179-3C81-483A-B603-BFF049176008}" type="pres">
      <dgm:prSet presAssocID="{15F4E7D4-10EB-47F1-BD1D-8D4869B1E5FA}" presName="text2" presStyleLbl="fgAcc2" presStyleIdx="0" presStyleCnt="4">
        <dgm:presLayoutVars>
          <dgm:chPref val="3"/>
        </dgm:presLayoutVars>
      </dgm:prSet>
      <dgm:spPr/>
    </dgm:pt>
    <dgm:pt modelId="{74EFB6DE-960B-43BF-BC41-2CE056004D81}" type="pres">
      <dgm:prSet presAssocID="{15F4E7D4-10EB-47F1-BD1D-8D4869B1E5FA}" presName="hierChild3" presStyleCnt="0"/>
      <dgm:spPr/>
    </dgm:pt>
    <dgm:pt modelId="{22883215-3F5F-4FDE-BCAD-72372CF7AAC9}" type="pres">
      <dgm:prSet presAssocID="{7753DB3B-DB46-4E54-AE88-E8BAFCEFFD29}" presName="Name10" presStyleLbl="parChTrans1D2" presStyleIdx="1" presStyleCnt="4"/>
      <dgm:spPr/>
    </dgm:pt>
    <dgm:pt modelId="{A36CE1AC-EB2F-4B44-A9CF-CC347DAD5765}" type="pres">
      <dgm:prSet presAssocID="{778D7872-628A-43B0-A791-8D12D8F28E52}" presName="hierRoot2" presStyleCnt="0"/>
      <dgm:spPr/>
    </dgm:pt>
    <dgm:pt modelId="{43E9A531-A900-4090-BE70-AAAC6950AE4B}" type="pres">
      <dgm:prSet presAssocID="{778D7872-628A-43B0-A791-8D12D8F28E52}" presName="composite2" presStyleCnt="0"/>
      <dgm:spPr/>
    </dgm:pt>
    <dgm:pt modelId="{790C4331-0984-4677-8034-71508EFF1562}" type="pres">
      <dgm:prSet presAssocID="{778D7872-628A-43B0-A791-8D12D8F28E52}" presName="background2" presStyleLbl="node2" presStyleIdx="1" presStyleCnt="4"/>
      <dgm:spPr/>
    </dgm:pt>
    <dgm:pt modelId="{0A6FAFBC-C178-4C35-9D06-88069C7EFF63}" type="pres">
      <dgm:prSet presAssocID="{778D7872-628A-43B0-A791-8D12D8F28E52}" presName="text2" presStyleLbl="fgAcc2" presStyleIdx="1" presStyleCnt="4">
        <dgm:presLayoutVars>
          <dgm:chPref val="3"/>
        </dgm:presLayoutVars>
      </dgm:prSet>
      <dgm:spPr/>
    </dgm:pt>
    <dgm:pt modelId="{03904F4F-B29C-4708-AA0C-F80154CEAFA1}" type="pres">
      <dgm:prSet presAssocID="{778D7872-628A-43B0-A791-8D12D8F28E52}" presName="hierChild3" presStyleCnt="0"/>
      <dgm:spPr/>
    </dgm:pt>
    <dgm:pt modelId="{C505C4D1-B3A1-48FB-BDF4-4D9EC55854D8}" type="pres">
      <dgm:prSet presAssocID="{71984731-2172-40FF-AED6-514A03037C5D}" presName="Name10" presStyleLbl="parChTrans1D2" presStyleIdx="2" presStyleCnt="4"/>
      <dgm:spPr/>
    </dgm:pt>
    <dgm:pt modelId="{88358FCB-36A1-4970-AF9E-8C7349DE1A53}" type="pres">
      <dgm:prSet presAssocID="{B9DE051B-9766-49FF-AEE6-7008CA0E4F69}" presName="hierRoot2" presStyleCnt="0"/>
      <dgm:spPr/>
    </dgm:pt>
    <dgm:pt modelId="{64A3D258-889E-4781-A7DE-B3EAEF57F772}" type="pres">
      <dgm:prSet presAssocID="{B9DE051B-9766-49FF-AEE6-7008CA0E4F69}" presName="composite2" presStyleCnt="0"/>
      <dgm:spPr/>
    </dgm:pt>
    <dgm:pt modelId="{BC8D022A-B9CB-45DA-944A-4148F2DD27BD}" type="pres">
      <dgm:prSet presAssocID="{B9DE051B-9766-49FF-AEE6-7008CA0E4F69}" presName="background2" presStyleLbl="node2" presStyleIdx="2" presStyleCnt="4"/>
      <dgm:spPr/>
    </dgm:pt>
    <dgm:pt modelId="{78A6DF7A-B372-4CB3-AC8B-01027A3C7710}" type="pres">
      <dgm:prSet presAssocID="{B9DE051B-9766-49FF-AEE6-7008CA0E4F69}" presName="text2" presStyleLbl="fgAcc2" presStyleIdx="2" presStyleCnt="4">
        <dgm:presLayoutVars>
          <dgm:chPref val="3"/>
        </dgm:presLayoutVars>
      </dgm:prSet>
      <dgm:spPr/>
    </dgm:pt>
    <dgm:pt modelId="{5A645D48-2358-4B56-8053-609D53988C95}" type="pres">
      <dgm:prSet presAssocID="{B9DE051B-9766-49FF-AEE6-7008CA0E4F69}" presName="hierChild3" presStyleCnt="0"/>
      <dgm:spPr/>
    </dgm:pt>
    <dgm:pt modelId="{9034AEE8-9A53-4225-B4D7-6DF0018916BF}" type="pres">
      <dgm:prSet presAssocID="{DA6B2D9F-FD95-4FF0-92EF-23250AD81D3A}" presName="Name10" presStyleLbl="parChTrans1D2" presStyleIdx="3" presStyleCnt="4"/>
      <dgm:spPr/>
    </dgm:pt>
    <dgm:pt modelId="{D1DE5BDB-A103-4605-8186-030A8B19034A}" type="pres">
      <dgm:prSet presAssocID="{AC6633C2-4560-43AF-96F4-33A7CFC4854E}" presName="hierRoot2" presStyleCnt="0"/>
      <dgm:spPr/>
    </dgm:pt>
    <dgm:pt modelId="{2D9918A3-816F-4A73-9A37-92E8ED1DB18C}" type="pres">
      <dgm:prSet presAssocID="{AC6633C2-4560-43AF-96F4-33A7CFC4854E}" presName="composite2" presStyleCnt="0"/>
      <dgm:spPr/>
    </dgm:pt>
    <dgm:pt modelId="{8D56630C-761B-4B79-8F99-C5197DA30E6A}" type="pres">
      <dgm:prSet presAssocID="{AC6633C2-4560-43AF-96F4-33A7CFC4854E}" presName="background2" presStyleLbl="node2" presStyleIdx="3" presStyleCnt="4"/>
      <dgm:spPr/>
    </dgm:pt>
    <dgm:pt modelId="{5B3CF940-6223-4896-9D29-481C3D5EAAD0}" type="pres">
      <dgm:prSet presAssocID="{AC6633C2-4560-43AF-96F4-33A7CFC4854E}" presName="text2" presStyleLbl="fgAcc2" presStyleIdx="3" presStyleCnt="4">
        <dgm:presLayoutVars>
          <dgm:chPref val="3"/>
        </dgm:presLayoutVars>
      </dgm:prSet>
      <dgm:spPr/>
    </dgm:pt>
    <dgm:pt modelId="{24C518B4-354F-468B-A948-250AA4DAE76A}" type="pres">
      <dgm:prSet presAssocID="{AC6633C2-4560-43AF-96F4-33A7CFC4854E}" presName="hierChild3" presStyleCnt="0"/>
      <dgm:spPr/>
    </dgm:pt>
  </dgm:ptLst>
  <dgm:cxnLst>
    <dgm:cxn modelId="{F130691A-B63F-4ABD-888F-070E6D7597D0}" type="presOf" srcId="{DA6B2D9F-FD95-4FF0-92EF-23250AD81D3A}" destId="{9034AEE8-9A53-4225-B4D7-6DF0018916BF}" srcOrd="0" destOrd="0" presId="urn:microsoft.com/office/officeart/2005/8/layout/hierarchy1"/>
    <dgm:cxn modelId="{0EA06F22-7095-4372-8394-A5E0610C6CE9}" srcId="{F7ADD33A-07B1-4708-AF13-48367DDF374F}" destId="{AC6633C2-4560-43AF-96F4-33A7CFC4854E}" srcOrd="3" destOrd="0" parTransId="{DA6B2D9F-FD95-4FF0-92EF-23250AD81D3A}" sibTransId="{DD146454-8177-474E-985D-181C98F5F24D}"/>
    <dgm:cxn modelId="{A5EE3832-7316-42BF-BA10-7CE2021D8AC3}" type="presOf" srcId="{B9DE051B-9766-49FF-AEE6-7008CA0E4F69}" destId="{78A6DF7A-B372-4CB3-AC8B-01027A3C7710}" srcOrd="0" destOrd="0" presId="urn:microsoft.com/office/officeart/2005/8/layout/hierarchy1"/>
    <dgm:cxn modelId="{84BD7C62-FA42-42A4-88E1-F55ABEE6CC8D}" type="presOf" srcId="{778D7872-628A-43B0-A791-8D12D8F28E52}" destId="{0A6FAFBC-C178-4C35-9D06-88069C7EFF63}" srcOrd="0" destOrd="0" presId="urn:microsoft.com/office/officeart/2005/8/layout/hierarchy1"/>
    <dgm:cxn modelId="{F617136B-7006-400B-8EB5-51A37617AE0F}" type="presOf" srcId="{7753DB3B-DB46-4E54-AE88-E8BAFCEFFD29}" destId="{22883215-3F5F-4FDE-BCAD-72372CF7AAC9}" srcOrd="0" destOrd="0" presId="urn:microsoft.com/office/officeart/2005/8/layout/hierarchy1"/>
    <dgm:cxn modelId="{975FB550-AB62-46D3-9A3B-53E6C7843759}" type="presOf" srcId="{AC6633C2-4560-43AF-96F4-33A7CFC4854E}" destId="{5B3CF940-6223-4896-9D29-481C3D5EAAD0}" srcOrd="0" destOrd="0" presId="urn:microsoft.com/office/officeart/2005/8/layout/hierarchy1"/>
    <dgm:cxn modelId="{E487E070-F4A9-4AB5-B1AA-37547B9371B0}" type="presOf" srcId="{15F4E7D4-10EB-47F1-BD1D-8D4869B1E5FA}" destId="{AB3C8179-3C81-483A-B603-BFF049176008}" srcOrd="0" destOrd="0" presId="urn:microsoft.com/office/officeart/2005/8/layout/hierarchy1"/>
    <dgm:cxn modelId="{F0343A93-BFC0-4DEF-AC01-D458B5D2F8C7}" srcId="{F7ADD33A-07B1-4708-AF13-48367DDF374F}" destId="{15F4E7D4-10EB-47F1-BD1D-8D4869B1E5FA}" srcOrd="0" destOrd="0" parTransId="{76E86F2C-7FF2-4687-8197-F971B19A765F}" sibTransId="{90DB2104-563D-40B0-A35D-F4B94F24C379}"/>
    <dgm:cxn modelId="{23428C97-BA21-4D4A-87BB-7F753A1FBD6D}" type="presOf" srcId="{F7ADD33A-07B1-4708-AF13-48367DDF374F}" destId="{2C042F47-8123-44B6-82D1-2A50380BFE45}" srcOrd="0" destOrd="0" presId="urn:microsoft.com/office/officeart/2005/8/layout/hierarchy1"/>
    <dgm:cxn modelId="{7CD2C3A0-98EA-451F-9F82-0F1A7D7B184E}" type="presOf" srcId="{0716DE74-B873-4034-BF34-80F255B762C0}" destId="{4A0AC9FF-6817-4F5D-86DA-22F936BDB210}" srcOrd="0" destOrd="0" presId="urn:microsoft.com/office/officeart/2005/8/layout/hierarchy1"/>
    <dgm:cxn modelId="{A07290C5-1F00-464A-AB48-1AC631E2FD8B}" srcId="{F7ADD33A-07B1-4708-AF13-48367DDF374F}" destId="{778D7872-628A-43B0-A791-8D12D8F28E52}" srcOrd="1" destOrd="0" parTransId="{7753DB3B-DB46-4E54-AE88-E8BAFCEFFD29}" sibTransId="{2771DCEB-415D-4B18-8E98-B548B0A9E4CB}"/>
    <dgm:cxn modelId="{F2E2BFC5-60EF-4AEA-8F84-F85001B03B31}" type="presOf" srcId="{71984731-2172-40FF-AED6-514A03037C5D}" destId="{C505C4D1-B3A1-48FB-BDF4-4D9EC55854D8}" srcOrd="0" destOrd="0" presId="urn:microsoft.com/office/officeart/2005/8/layout/hierarchy1"/>
    <dgm:cxn modelId="{1D3D29C6-B24E-453D-8F4E-B410D1BB14E3}" srcId="{0716DE74-B873-4034-BF34-80F255B762C0}" destId="{F7ADD33A-07B1-4708-AF13-48367DDF374F}" srcOrd="0" destOrd="0" parTransId="{DAA7C577-684E-46D2-88FB-E3EEDE8CAFF1}" sibTransId="{15C850A4-04C0-47FF-A537-AB638B7E86FB}"/>
    <dgm:cxn modelId="{EBF276F1-81AC-4DD3-BBD3-ABD317BF66CA}" type="presOf" srcId="{76E86F2C-7FF2-4687-8197-F971B19A765F}" destId="{211B0341-713E-496E-B8A5-CE1D2571685A}" srcOrd="0" destOrd="0" presId="urn:microsoft.com/office/officeart/2005/8/layout/hierarchy1"/>
    <dgm:cxn modelId="{6EE4CBFE-89AB-482D-9397-FDF88300289A}" srcId="{F7ADD33A-07B1-4708-AF13-48367DDF374F}" destId="{B9DE051B-9766-49FF-AEE6-7008CA0E4F69}" srcOrd="2" destOrd="0" parTransId="{71984731-2172-40FF-AED6-514A03037C5D}" sibTransId="{445620EF-D5DD-4888-97F8-97AABA22FA31}"/>
    <dgm:cxn modelId="{FD71A467-4DA2-432B-8B05-D38856676E7C}" type="presParOf" srcId="{4A0AC9FF-6817-4F5D-86DA-22F936BDB210}" destId="{A5CB4DB7-88D8-43D3-A478-D343144718D3}" srcOrd="0" destOrd="0" presId="urn:microsoft.com/office/officeart/2005/8/layout/hierarchy1"/>
    <dgm:cxn modelId="{64A49B6A-CBE6-4171-A953-465AD1FDBEC7}" type="presParOf" srcId="{A5CB4DB7-88D8-43D3-A478-D343144718D3}" destId="{135DE57B-9068-4826-8B72-28D5B84CA530}" srcOrd="0" destOrd="0" presId="urn:microsoft.com/office/officeart/2005/8/layout/hierarchy1"/>
    <dgm:cxn modelId="{1386E5E7-4AC8-4BEB-AAF3-5F3416C4A5FE}" type="presParOf" srcId="{135DE57B-9068-4826-8B72-28D5B84CA530}" destId="{D54B0968-1653-44ED-8ED3-BE422063C553}" srcOrd="0" destOrd="0" presId="urn:microsoft.com/office/officeart/2005/8/layout/hierarchy1"/>
    <dgm:cxn modelId="{D87AEBEE-1495-4D14-8746-93CA6E05A0E4}" type="presParOf" srcId="{135DE57B-9068-4826-8B72-28D5B84CA530}" destId="{2C042F47-8123-44B6-82D1-2A50380BFE45}" srcOrd="1" destOrd="0" presId="urn:microsoft.com/office/officeart/2005/8/layout/hierarchy1"/>
    <dgm:cxn modelId="{05CF9A40-BE38-4B4A-BC12-3A2A5FA8BF37}" type="presParOf" srcId="{A5CB4DB7-88D8-43D3-A478-D343144718D3}" destId="{B940CEDB-0111-41F9-A835-E235071B6DB9}" srcOrd="1" destOrd="0" presId="urn:microsoft.com/office/officeart/2005/8/layout/hierarchy1"/>
    <dgm:cxn modelId="{84ED11B7-88B2-47D8-BFAF-2A045AA761F4}" type="presParOf" srcId="{B940CEDB-0111-41F9-A835-E235071B6DB9}" destId="{211B0341-713E-496E-B8A5-CE1D2571685A}" srcOrd="0" destOrd="0" presId="urn:microsoft.com/office/officeart/2005/8/layout/hierarchy1"/>
    <dgm:cxn modelId="{B005500A-DA92-47BC-99A0-A4379D9808FC}" type="presParOf" srcId="{B940CEDB-0111-41F9-A835-E235071B6DB9}" destId="{D910CEDE-4F04-4D8B-BCC4-4B02E8FE24C6}" srcOrd="1" destOrd="0" presId="urn:microsoft.com/office/officeart/2005/8/layout/hierarchy1"/>
    <dgm:cxn modelId="{2585556C-CBA1-4942-8832-B5201B9E11FE}" type="presParOf" srcId="{D910CEDE-4F04-4D8B-BCC4-4B02E8FE24C6}" destId="{7890242A-FEE3-416C-867C-93062AFC5049}" srcOrd="0" destOrd="0" presId="urn:microsoft.com/office/officeart/2005/8/layout/hierarchy1"/>
    <dgm:cxn modelId="{2A6D1CCE-AA22-458C-B4D5-6818F3F33C0E}" type="presParOf" srcId="{7890242A-FEE3-416C-867C-93062AFC5049}" destId="{44D15D10-1B8E-4E57-A54C-A332D0A0B5DF}" srcOrd="0" destOrd="0" presId="urn:microsoft.com/office/officeart/2005/8/layout/hierarchy1"/>
    <dgm:cxn modelId="{81E92660-6FC0-4698-966D-D8A36B55A278}" type="presParOf" srcId="{7890242A-FEE3-416C-867C-93062AFC5049}" destId="{AB3C8179-3C81-483A-B603-BFF049176008}" srcOrd="1" destOrd="0" presId="urn:microsoft.com/office/officeart/2005/8/layout/hierarchy1"/>
    <dgm:cxn modelId="{CAC4ECDF-7198-4AFC-B5A2-FEC19D7F411F}" type="presParOf" srcId="{D910CEDE-4F04-4D8B-BCC4-4B02E8FE24C6}" destId="{74EFB6DE-960B-43BF-BC41-2CE056004D81}" srcOrd="1" destOrd="0" presId="urn:microsoft.com/office/officeart/2005/8/layout/hierarchy1"/>
    <dgm:cxn modelId="{C0FABF92-5312-41DD-AD79-65176C3E9D0C}" type="presParOf" srcId="{B940CEDB-0111-41F9-A835-E235071B6DB9}" destId="{22883215-3F5F-4FDE-BCAD-72372CF7AAC9}" srcOrd="2" destOrd="0" presId="urn:microsoft.com/office/officeart/2005/8/layout/hierarchy1"/>
    <dgm:cxn modelId="{575E439B-8510-476D-8EE9-0DCCB27CF610}" type="presParOf" srcId="{B940CEDB-0111-41F9-A835-E235071B6DB9}" destId="{A36CE1AC-EB2F-4B44-A9CF-CC347DAD5765}" srcOrd="3" destOrd="0" presId="urn:microsoft.com/office/officeart/2005/8/layout/hierarchy1"/>
    <dgm:cxn modelId="{F9CE6235-3D1C-445F-BF15-9992494B6ACD}" type="presParOf" srcId="{A36CE1AC-EB2F-4B44-A9CF-CC347DAD5765}" destId="{43E9A531-A900-4090-BE70-AAAC6950AE4B}" srcOrd="0" destOrd="0" presId="urn:microsoft.com/office/officeart/2005/8/layout/hierarchy1"/>
    <dgm:cxn modelId="{0647DDEE-4778-422B-BE20-35309F5D67A3}" type="presParOf" srcId="{43E9A531-A900-4090-BE70-AAAC6950AE4B}" destId="{790C4331-0984-4677-8034-71508EFF1562}" srcOrd="0" destOrd="0" presId="urn:microsoft.com/office/officeart/2005/8/layout/hierarchy1"/>
    <dgm:cxn modelId="{69FA00B7-5C65-4474-B11E-A052FD389F69}" type="presParOf" srcId="{43E9A531-A900-4090-BE70-AAAC6950AE4B}" destId="{0A6FAFBC-C178-4C35-9D06-88069C7EFF63}" srcOrd="1" destOrd="0" presId="urn:microsoft.com/office/officeart/2005/8/layout/hierarchy1"/>
    <dgm:cxn modelId="{1B5EF791-CBE7-46B3-AB59-DB1EA33C45F3}" type="presParOf" srcId="{A36CE1AC-EB2F-4B44-A9CF-CC347DAD5765}" destId="{03904F4F-B29C-4708-AA0C-F80154CEAFA1}" srcOrd="1" destOrd="0" presId="urn:microsoft.com/office/officeart/2005/8/layout/hierarchy1"/>
    <dgm:cxn modelId="{CC98CDC9-2193-48A4-9516-BF0A3B975032}" type="presParOf" srcId="{B940CEDB-0111-41F9-A835-E235071B6DB9}" destId="{C505C4D1-B3A1-48FB-BDF4-4D9EC55854D8}" srcOrd="4" destOrd="0" presId="urn:microsoft.com/office/officeart/2005/8/layout/hierarchy1"/>
    <dgm:cxn modelId="{CDFA4C55-30B7-4967-9D8C-C0DA18CEAB17}" type="presParOf" srcId="{B940CEDB-0111-41F9-A835-E235071B6DB9}" destId="{88358FCB-36A1-4970-AF9E-8C7349DE1A53}" srcOrd="5" destOrd="0" presId="urn:microsoft.com/office/officeart/2005/8/layout/hierarchy1"/>
    <dgm:cxn modelId="{86D33AEE-FBF6-4030-8EAF-989493975E7D}" type="presParOf" srcId="{88358FCB-36A1-4970-AF9E-8C7349DE1A53}" destId="{64A3D258-889E-4781-A7DE-B3EAEF57F772}" srcOrd="0" destOrd="0" presId="urn:microsoft.com/office/officeart/2005/8/layout/hierarchy1"/>
    <dgm:cxn modelId="{C55BD680-CD58-40E5-9796-B7ADC9E2788A}" type="presParOf" srcId="{64A3D258-889E-4781-A7DE-B3EAEF57F772}" destId="{BC8D022A-B9CB-45DA-944A-4148F2DD27BD}" srcOrd="0" destOrd="0" presId="urn:microsoft.com/office/officeart/2005/8/layout/hierarchy1"/>
    <dgm:cxn modelId="{F9292990-0F33-4D17-BB94-F72AFB3769B3}" type="presParOf" srcId="{64A3D258-889E-4781-A7DE-B3EAEF57F772}" destId="{78A6DF7A-B372-4CB3-AC8B-01027A3C7710}" srcOrd="1" destOrd="0" presId="urn:microsoft.com/office/officeart/2005/8/layout/hierarchy1"/>
    <dgm:cxn modelId="{189290D4-3A85-405A-8EBA-2DE93B00E53E}" type="presParOf" srcId="{88358FCB-36A1-4970-AF9E-8C7349DE1A53}" destId="{5A645D48-2358-4B56-8053-609D53988C95}" srcOrd="1" destOrd="0" presId="urn:microsoft.com/office/officeart/2005/8/layout/hierarchy1"/>
    <dgm:cxn modelId="{359C441B-ADC7-423A-B011-3764EEF49163}" type="presParOf" srcId="{B940CEDB-0111-41F9-A835-E235071B6DB9}" destId="{9034AEE8-9A53-4225-B4D7-6DF0018916BF}" srcOrd="6" destOrd="0" presId="urn:microsoft.com/office/officeart/2005/8/layout/hierarchy1"/>
    <dgm:cxn modelId="{C291F1D4-6C50-4A3B-AD53-7933C091672E}" type="presParOf" srcId="{B940CEDB-0111-41F9-A835-E235071B6DB9}" destId="{D1DE5BDB-A103-4605-8186-030A8B19034A}" srcOrd="7" destOrd="0" presId="urn:microsoft.com/office/officeart/2005/8/layout/hierarchy1"/>
    <dgm:cxn modelId="{20F0F06D-3F70-4192-8BAF-B3C33B64A271}" type="presParOf" srcId="{D1DE5BDB-A103-4605-8186-030A8B19034A}" destId="{2D9918A3-816F-4A73-9A37-92E8ED1DB18C}" srcOrd="0" destOrd="0" presId="urn:microsoft.com/office/officeart/2005/8/layout/hierarchy1"/>
    <dgm:cxn modelId="{9AA72418-0C63-47BB-B38D-D07AE587E5EA}" type="presParOf" srcId="{2D9918A3-816F-4A73-9A37-92E8ED1DB18C}" destId="{8D56630C-761B-4B79-8F99-C5197DA30E6A}" srcOrd="0" destOrd="0" presId="urn:microsoft.com/office/officeart/2005/8/layout/hierarchy1"/>
    <dgm:cxn modelId="{8F05FE7C-2D06-4341-9598-4715CC9C48E8}" type="presParOf" srcId="{2D9918A3-816F-4A73-9A37-92E8ED1DB18C}" destId="{5B3CF940-6223-4896-9D29-481C3D5EAAD0}" srcOrd="1" destOrd="0" presId="urn:microsoft.com/office/officeart/2005/8/layout/hierarchy1"/>
    <dgm:cxn modelId="{0C21D07D-BB8A-47F8-8378-BB2B00059B25}" type="presParOf" srcId="{D1DE5BDB-A103-4605-8186-030A8B19034A}" destId="{24C518B4-354F-468B-A948-250AA4DAE76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34AEE8-9A53-4225-B4D7-6DF0018916BF}">
      <dsp:nvSpPr>
        <dsp:cNvPr id="0" name=""/>
        <dsp:cNvSpPr/>
      </dsp:nvSpPr>
      <dsp:spPr>
        <a:xfrm>
          <a:off x="3474343" y="1564820"/>
          <a:ext cx="2728203" cy="4327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4935"/>
              </a:lnTo>
              <a:lnTo>
                <a:pt x="2728203" y="294935"/>
              </a:lnTo>
              <a:lnTo>
                <a:pt x="2728203" y="43279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05C4D1-B3A1-48FB-BDF4-4D9EC55854D8}">
      <dsp:nvSpPr>
        <dsp:cNvPr id="0" name=""/>
        <dsp:cNvSpPr/>
      </dsp:nvSpPr>
      <dsp:spPr>
        <a:xfrm>
          <a:off x="3474343" y="1564820"/>
          <a:ext cx="909401" cy="4327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4935"/>
              </a:lnTo>
              <a:lnTo>
                <a:pt x="909401" y="294935"/>
              </a:lnTo>
              <a:lnTo>
                <a:pt x="909401" y="43279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2883215-3F5F-4FDE-BCAD-72372CF7AAC9}">
      <dsp:nvSpPr>
        <dsp:cNvPr id="0" name=""/>
        <dsp:cNvSpPr/>
      </dsp:nvSpPr>
      <dsp:spPr>
        <a:xfrm>
          <a:off x="2564942" y="1564820"/>
          <a:ext cx="909401" cy="432792"/>
        </a:xfrm>
        <a:custGeom>
          <a:avLst/>
          <a:gdLst/>
          <a:ahLst/>
          <a:cxnLst/>
          <a:rect l="0" t="0" r="0" b="0"/>
          <a:pathLst>
            <a:path>
              <a:moveTo>
                <a:pt x="909401" y="0"/>
              </a:moveTo>
              <a:lnTo>
                <a:pt x="909401" y="294935"/>
              </a:lnTo>
              <a:lnTo>
                <a:pt x="0" y="294935"/>
              </a:lnTo>
              <a:lnTo>
                <a:pt x="0" y="43279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1B0341-713E-496E-B8A5-CE1D2571685A}">
      <dsp:nvSpPr>
        <dsp:cNvPr id="0" name=""/>
        <dsp:cNvSpPr/>
      </dsp:nvSpPr>
      <dsp:spPr>
        <a:xfrm>
          <a:off x="746139" y="1564820"/>
          <a:ext cx="2728203" cy="432792"/>
        </a:xfrm>
        <a:custGeom>
          <a:avLst/>
          <a:gdLst/>
          <a:ahLst/>
          <a:cxnLst/>
          <a:rect l="0" t="0" r="0" b="0"/>
          <a:pathLst>
            <a:path>
              <a:moveTo>
                <a:pt x="2728203" y="0"/>
              </a:moveTo>
              <a:lnTo>
                <a:pt x="2728203" y="294935"/>
              </a:lnTo>
              <a:lnTo>
                <a:pt x="0" y="294935"/>
              </a:lnTo>
              <a:lnTo>
                <a:pt x="0" y="43279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4B0968-1653-44ED-8ED3-BE422063C553}">
      <dsp:nvSpPr>
        <dsp:cNvPr id="0" name=""/>
        <dsp:cNvSpPr/>
      </dsp:nvSpPr>
      <dsp:spPr>
        <a:xfrm>
          <a:off x="2730287" y="619870"/>
          <a:ext cx="1488110" cy="9449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042F47-8123-44B6-82D1-2A50380BFE45}">
      <dsp:nvSpPr>
        <dsp:cNvPr id="0" name=""/>
        <dsp:cNvSpPr/>
      </dsp:nvSpPr>
      <dsp:spPr>
        <a:xfrm>
          <a:off x="2895633" y="776948"/>
          <a:ext cx="1488110" cy="9449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Semester 2</a:t>
          </a:r>
          <a:endParaRPr lang="en-IN" sz="2200" kern="1200" dirty="0"/>
        </a:p>
      </dsp:txBody>
      <dsp:txXfrm>
        <a:off x="2923310" y="804625"/>
        <a:ext cx="1432756" cy="889596"/>
      </dsp:txXfrm>
    </dsp:sp>
    <dsp:sp modelId="{44D15D10-1B8E-4E57-A54C-A332D0A0B5DF}">
      <dsp:nvSpPr>
        <dsp:cNvPr id="0" name=""/>
        <dsp:cNvSpPr/>
      </dsp:nvSpPr>
      <dsp:spPr>
        <a:xfrm>
          <a:off x="2084" y="1997612"/>
          <a:ext cx="1488110" cy="9449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3C8179-3C81-483A-B603-BFF049176008}">
      <dsp:nvSpPr>
        <dsp:cNvPr id="0" name=""/>
        <dsp:cNvSpPr/>
      </dsp:nvSpPr>
      <dsp:spPr>
        <a:xfrm>
          <a:off x="167429" y="2154691"/>
          <a:ext cx="1488110" cy="9449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OOPJ</a:t>
          </a:r>
          <a:endParaRPr lang="en-IN" sz="2200" kern="1200" dirty="0"/>
        </a:p>
      </dsp:txBody>
      <dsp:txXfrm>
        <a:off x="195106" y="2182368"/>
        <a:ext cx="1432756" cy="889596"/>
      </dsp:txXfrm>
    </dsp:sp>
    <dsp:sp modelId="{790C4331-0984-4677-8034-71508EFF1562}">
      <dsp:nvSpPr>
        <dsp:cNvPr id="0" name=""/>
        <dsp:cNvSpPr/>
      </dsp:nvSpPr>
      <dsp:spPr>
        <a:xfrm>
          <a:off x="1820886" y="1997612"/>
          <a:ext cx="1488110" cy="9449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6FAFBC-C178-4C35-9D06-88069C7EFF63}">
      <dsp:nvSpPr>
        <dsp:cNvPr id="0" name=""/>
        <dsp:cNvSpPr/>
      </dsp:nvSpPr>
      <dsp:spPr>
        <a:xfrm>
          <a:off x="1986232" y="2154691"/>
          <a:ext cx="1488110" cy="9449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WD</a:t>
          </a:r>
          <a:endParaRPr lang="en-IN" sz="2200" kern="1200" dirty="0"/>
        </a:p>
      </dsp:txBody>
      <dsp:txXfrm>
        <a:off x="2013909" y="2182368"/>
        <a:ext cx="1432756" cy="889596"/>
      </dsp:txXfrm>
    </dsp:sp>
    <dsp:sp modelId="{BC8D022A-B9CB-45DA-944A-4148F2DD27BD}">
      <dsp:nvSpPr>
        <dsp:cNvPr id="0" name=""/>
        <dsp:cNvSpPr/>
      </dsp:nvSpPr>
      <dsp:spPr>
        <a:xfrm>
          <a:off x="3639688" y="1997612"/>
          <a:ext cx="1488110" cy="9449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A6DF7A-B372-4CB3-AC8B-01027A3C7710}">
      <dsp:nvSpPr>
        <dsp:cNvPr id="0" name=""/>
        <dsp:cNvSpPr/>
      </dsp:nvSpPr>
      <dsp:spPr>
        <a:xfrm>
          <a:off x="3805034" y="2154691"/>
          <a:ext cx="1488110" cy="9449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MATHS-2</a:t>
          </a:r>
          <a:endParaRPr lang="en-IN" sz="2200" kern="1200" dirty="0"/>
        </a:p>
      </dsp:txBody>
      <dsp:txXfrm>
        <a:off x="3832711" y="2182368"/>
        <a:ext cx="1432756" cy="889596"/>
      </dsp:txXfrm>
    </dsp:sp>
    <dsp:sp modelId="{8D56630C-761B-4B79-8F99-C5197DA30E6A}">
      <dsp:nvSpPr>
        <dsp:cNvPr id="0" name=""/>
        <dsp:cNvSpPr/>
      </dsp:nvSpPr>
      <dsp:spPr>
        <a:xfrm>
          <a:off x="5458491" y="1997612"/>
          <a:ext cx="1488110" cy="94495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3CF940-6223-4896-9D29-481C3D5EAAD0}">
      <dsp:nvSpPr>
        <dsp:cNvPr id="0" name=""/>
        <dsp:cNvSpPr/>
      </dsp:nvSpPr>
      <dsp:spPr>
        <a:xfrm>
          <a:off x="5623836" y="2154691"/>
          <a:ext cx="1488110" cy="94495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EG</a:t>
          </a:r>
          <a:endParaRPr lang="en-IN" sz="2200" kern="1200" dirty="0"/>
        </a:p>
      </dsp:txBody>
      <dsp:txXfrm>
        <a:off x="5651513" y="2182368"/>
        <a:ext cx="1432756" cy="8895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Result analysis</a:t>
            </a:r>
            <a:br>
              <a:rPr lang="en-US" dirty="0"/>
            </a:br>
            <a:r>
              <a:rPr lang="en-US" dirty="0"/>
              <a:t>semester 2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DEE2B-BA2C-7F72-1121-CD798B677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F0D3DB0-F9C6-51C0-44D3-AE32B8BCFD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9845601"/>
              </p:ext>
            </p:extLst>
          </p:nvPr>
        </p:nvGraphicFramePr>
        <p:xfrm>
          <a:off x="914400" y="2835275"/>
          <a:ext cx="6583360" cy="229108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16672">
                  <a:extLst>
                    <a:ext uri="{9D8B030D-6E8A-4147-A177-3AD203B41FA5}">
                      <a16:colId xmlns:a16="http://schemas.microsoft.com/office/drawing/2014/main" val="4007968248"/>
                    </a:ext>
                  </a:extLst>
                </a:gridCol>
                <a:gridCol w="1316672">
                  <a:extLst>
                    <a:ext uri="{9D8B030D-6E8A-4147-A177-3AD203B41FA5}">
                      <a16:colId xmlns:a16="http://schemas.microsoft.com/office/drawing/2014/main" val="2056448593"/>
                    </a:ext>
                  </a:extLst>
                </a:gridCol>
                <a:gridCol w="1316672">
                  <a:extLst>
                    <a:ext uri="{9D8B030D-6E8A-4147-A177-3AD203B41FA5}">
                      <a16:colId xmlns:a16="http://schemas.microsoft.com/office/drawing/2014/main" val="416898917"/>
                    </a:ext>
                  </a:extLst>
                </a:gridCol>
                <a:gridCol w="1316672">
                  <a:extLst>
                    <a:ext uri="{9D8B030D-6E8A-4147-A177-3AD203B41FA5}">
                      <a16:colId xmlns:a16="http://schemas.microsoft.com/office/drawing/2014/main" val="317435880"/>
                    </a:ext>
                  </a:extLst>
                </a:gridCol>
                <a:gridCol w="1316672">
                  <a:extLst>
                    <a:ext uri="{9D8B030D-6E8A-4147-A177-3AD203B41FA5}">
                      <a16:colId xmlns:a16="http://schemas.microsoft.com/office/drawing/2014/main" val="8083194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OOPJ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MATHS-2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EG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960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Shreena</a:t>
                      </a:r>
                      <a:r>
                        <a:rPr lang="en-IN" dirty="0"/>
                        <a:t> Solia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98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0972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Priyal Chapla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98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2933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Swasti </a:t>
                      </a:r>
                      <a:r>
                        <a:rPr lang="en-US" dirty="0" err="1"/>
                        <a:t>Raiyani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0586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10690-163E-7587-2B08-A07C95E0A2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2483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C78D0-370D-5B52-FDDB-04139CD78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STUDENT VISE ANALYIS </a:t>
            </a:r>
            <a:endParaRPr lang="en-IN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4151A5B-8970-3BE1-27C2-938313A8C7B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21149025"/>
              </p:ext>
            </p:extLst>
          </p:nvPr>
        </p:nvGraphicFramePr>
        <p:xfrm>
          <a:off x="3460750" y="2303463"/>
          <a:ext cx="7964488" cy="34972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68302-3A55-E13A-D76F-CAAA7A5A3E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3423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9CBBB-3FBB-34D6-AB46-464C55BA8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SUBJECT OF SEMESTER 2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56542E-02CB-591D-6C75-AC60C9B2B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1AA89A9-C27E-5E79-A2C2-4A2934D703A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01964606"/>
              </p:ext>
            </p:extLst>
          </p:nvPr>
        </p:nvGraphicFramePr>
        <p:xfrm>
          <a:off x="914399" y="2057020"/>
          <a:ext cx="7114032" cy="3719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139204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DD906-23FE-8838-8223-6E96DE400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234" y="1444752"/>
            <a:ext cx="5259554" cy="1193150"/>
          </a:xfrm>
        </p:spPr>
        <p:txBody>
          <a:bodyPr/>
          <a:lstStyle/>
          <a:p>
            <a:r>
              <a:rPr lang="en-US" dirty="0"/>
              <a:t>SUBJECT VISE ANALYIS</a:t>
            </a:r>
            <a:endParaRPr lang="en-IN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0B26DBFF-A3B6-61EA-FF63-C4D2A9AC3B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6039491"/>
              </p:ext>
            </p:extLst>
          </p:nvPr>
        </p:nvGraphicFramePr>
        <p:xfrm>
          <a:off x="914400" y="2706624"/>
          <a:ext cx="5259388" cy="33354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930971F-34C8-3688-F457-967BDCDD226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30303725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BF93E-E003-8281-ABF5-B12A64541B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 :)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C6ABC-969F-CAAA-E1C0-43F9F0162C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12042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{FBDCB434-CE54-4159-9E40-763DC9154C79}TF8a9b5915-b8c7-461e-8cdd-693d48b5e32371f7b7e2_win32-4bf0b9a2ea37</Template>
  <TotalTime>44</TotalTime>
  <Words>54</Words>
  <Application>Microsoft Office PowerPoint</Application>
  <PresentationFormat>Widescreen</PresentationFormat>
  <Paragraphs>36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Black</vt:lpstr>
      <vt:lpstr>Calibri</vt:lpstr>
      <vt:lpstr>Sabon Next LT</vt:lpstr>
      <vt:lpstr>Custom</vt:lpstr>
      <vt:lpstr>Result analysis semester 2</vt:lpstr>
      <vt:lpstr>DATA</vt:lpstr>
      <vt:lpstr>STUDENT VISE ANALYIS </vt:lpstr>
      <vt:lpstr>SUBJECT OF SEMESTER 2</vt:lpstr>
      <vt:lpstr>SUBJECT VISE ANALYIS</vt:lpstr>
      <vt:lpstr>THANK YOU :)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Shreena Solia</dc:creator>
  <cp:lastModifiedBy>Shreena Solia</cp:lastModifiedBy>
  <cp:revision>1</cp:revision>
  <dcterms:created xsi:type="dcterms:W3CDTF">2026-09-17T06:49:45Z</dcterms:created>
  <dcterms:modified xsi:type="dcterms:W3CDTF">2026-09-19T16:44:55Z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