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7"/>
  </p:notesMasterIdLst>
  <p:handoutMasterIdLst>
    <p:handoutMasterId r:id="rId8"/>
  </p:handoutMasterIdLst>
  <p:sldIdLst>
    <p:sldId id="312" r:id="rId5"/>
    <p:sldId id="313" r:id="rId6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>
      <p:cViewPr varScale="1">
        <p:scale>
          <a:sx n="70" d="100"/>
          <a:sy n="70" d="100"/>
        </p:scale>
        <p:origin x="536" y="56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Result analysis</a:t>
            </a:r>
            <a:br>
              <a:rPr lang="en-US" dirty="0"/>
            </a:br>
            <a:r>
              <a:rPr lang="en-US" dirty="0"/>
              <a:t>semester 2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DEE2B-BA2C-7F72-1121-CD798B677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D5B73-59D7-DC97-D1A7-5134E45B7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10690-163E-7587-2B08-A07C95E0A2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24830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{FBDCB434-CE54-4159-9E40-763DC9154C79}TF8a9b5915-b8c7-461e-8cdd-693d48b5e32371f7b7e2_win32-4bf0b9a2ea37</Template>
  <TotalTime>32</TotalTime>
  <Words>6</Words>
  <Application>Microsoft Office PowerPoint</Application>
  <PresentationFormat>Widescreen</PresentationFormat>
  <Paragraphs>2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Arial Black</vt:lpstr>
      <vt:lpstr>Calibri</vt:lpstr>
      <vt:lpstr>Sabon Next LT</vt:lpstr>
      <vt:lpstr>Custom</vt:lpstr>
      <vt:lpstr>Result analysis semester 2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Shreena Solia</dc:creator>
  <cp:lastModifiedBy>Shreena Solia</cp:lastModifiedBy>
  <cp:revision>1</cp:revision>
  <dcterms:created xsi:type="dcterms:W3CDTF">2026-09-17T06:49:45Z</dcterms:created>
  <dcterms:modified xsi:type="dcterms:W3CDTF">2026-09-17T07:22:01Z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