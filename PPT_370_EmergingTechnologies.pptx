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64" r:id="rId5"/>
    <p:sldId id="277" r:id="rId6"/>
    <p:sldId id="275" r:id="rId7"/>
    <p:sldId id="293" r:id="rId8"/>
    <p:sldId id="288" r:id="rId9"/>
    <p:sldId id="262" r:id="rId10"/>
    <p:sldId id="286" r:id="rId11"/>
    <p:sldId id="304" r:id="rId12"/>
    <p:sldId id="303" r:id="rId13"/>
    <p:sldId id="305" r:id="rId14"/>
    <p:sldId id="295" r:id="rId15"/>
    <p:sldId id="294" r:id="rId16"/>
    <p:sldId id="298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39E10A-5450-46C1-8B96-290942955DEC}" v="51" dt="2026-09-17T07:56:03.59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40" autoAdjust="0"/>
  </p:normalViewPr>
  <p:slideViewPr>
    <p:cSldViewPr showGuides="1">
      <p:cViewPr varScale="1">
        <p:scale>
          <a:sx n="70" d="100"/>
          <a:sy n="70" d="100"/>
        </p:scale>
        <p:origin x="536" y="5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232" y="29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ena Solia" userId="ce99177b26c586f9" providerId="LiveId" clId="{1F1047B7-353E-4D5F-BD1C-2AC2A6DBBBA4}"/>
    <pc:docChg chg="custSel addSld delSld modSld sldOrd modMainMaster">
      <pc:chgData name="Shreena Solia" userId="ce99177b26c586f9" providerId="LiveId" clId="{1F1047B7-353E-4D5F-BD1C-2AC2A6DBBBA4}" dt="2026-09-17T07:56:03.593" v="480"/>
      <pc:docMkLst>
        <pc:docMk/>
      </pc:docMkLst>
      <pc:sldChg chg="addSp delSp modSp mod modTransition">
        <pc:chgData name="Shreena Solia" userId="ce99177b26c586f9" providerId="LiveId" clId="{1F1047B7-353E-4D5F-BD1C-2AC2A6DBBBA4}" dt="2026-09-17T07:56:03.593" v="480"/>
        <pc:sldMkLst>
          <pc:docMk/>
          <pc:sldMk cId="1593920805" sldId="262"/>
        </pc:sldMkLst>
        <pc:spChg chg="mod">
          <ac:chgData name="Shreena Solia" userId="ce99177b26c586f9" providerId="LiveId" clId="{1F1047B7-353E-4D5F-BD1C-2AC2A6DBBBA4}" dt="2026-08-27T07:58:29.574" v="403" actId="1076"/>
          <ac:spMkLst>
            <pc:docMk/>
            <pc:sldMk cId="1593920805" sldId="262"/>
            <ac:spMk id="2" creationId="{75031FE9-9059-4FE8-B4AC-9771F23A1B89}"/>
          </ac:spMkLst>
        </pc:spChg>
        <pc:spChg chg="mod">
          <ac:chgData name="Shreena Solia" userId="ce99177b26c586f9" providerId="LiveId" clId="{1F1047B7-353E-4D5F-BD1C-2AC2A6DBBBA4}" dt="2026-08-27T07:59:55.140" v="441" actId="120"/>
          <ac:spMkLst>
            <pc:docMk/>
            <pc:sldMk cId="1593920805" sldId="262"/>
            <ac:spMk id="3" creationId="{D4A2EB3F-4D60-451F-8F45-7D6654D2FCD9}"/>
          </ac:spMkLst>
        </pc:spChg>
        <pc:picChg chg="add mod ord">
          <ac:chgData name="Shreena Solia" userId="ce99177b26c586f9" providerId="LiveId" clId="{1F1047B7-353E-4D5F-BD1C-2AC2A6DBBBA4}" dt="2026-08-27T08:00:55.387" v="443" actId="931"/>
          <ac:picMkLst>
            <pc:docMk/>
            <pc:sldMk cId="1593920805" sldId="262"/>
            <ac:picMk id="8" creationId="{3F5A3523-1E9F-B22F-04B1-550EBB065DFA}"/>
          </ac:picMkLst>
        </pc:picChg>
      </pc:sldChg>
      <pc:sldChg chg="modSp mod modTransition">
        <pc:chgData name="Shreena Solia" userId="ce99177b26c586f9" providerId="LiveId" clId="{1F1047B7-353E-4D5F-BD1C-2AC2A6DBBBA4}" dt="2026-09-17T07:56:03.593" v="480"/>
        <pc:sldMkLst>
          <pc:docMk/>
          <pc:sldMk cId="3650340329" sldId="264"/>
        </pc:sldMkLst>
        <pc:spChg chg="mod">
          <ac:chgData name="Shreena Solia" userId="ce99177b26c586f9" providerId="LiveId" clId="{1F1047B7-353E-4D5F-BD1C-2AC2A6DBBBA4}" dt="2026-08-27T07:33:05.633" v="87" actId="113"/>
          <ac:spMkLst>
            <pc:docMk/>
            <pc:sldMk cId="3650340329" sldId="264"/>
            <ac:spMk id="2" creationId="{00000000-0000-0000-0000-000000000000}"/>
          </ac:spMkLst>
        </pc:spChg>
      </pc:sldChg>
      <pc:sldChg chg="modSp mod modTransition">
        <pc:chgData name="Shreena Solia" userId="ce99177b26c586f9" providerId="LiveId" clId="{1F1047B7-353E-4D5F-BD1C-2AC2A6DBBBA4}" dt="2026-09-17T07:56:03.593" v="480"/>
        <pc:sldMkLst>
          <pc:docMk/>
          <pc:sldMk cId="920173932" sldId="275"/>
        </pc:sldMkLst>
        <pc:spChg chg="mod">
          <ac:chgData name="Shreena Solia" userId="ce99177b26c586f9" providerId="LiveId" clId="{1F1047B7-353E-4D5F-BD1C-2AC2A6DBBBA4}" dt="2026-08-27T07:38:11.416" v="138" actId="1076"/>
          <ac:spMkLst>
            <pc:docMk/>
            <pc:sldMk cId="920173932" sldId="275"/>
            <ac:spMk id="2" creationId="{38FFA191-5CCC-43CB-BD83-4F80ED362608}"/>
          </ac:spMkLst>
        </pc:spChg>
        <pc:spChg chg="mod">
          <ac:chgData name="Shreena Solia" userId="ce99177b26c586f9" providerId="LiveId" clId="{1F1047B7-353E-4D5F-BD1C-2AC2A6DBBBA4}" dt="2026-08-27T07:38:16.967" v="139" actId="1076"/>
          <ac:spMkLst>
            <pc:docMk/>
            <pc:sldMk cId="920173932" sldId="275"/>
            <ac:spMk id="3" creationId="{E14BBEAF-B516-45F4-9EF6-A9F65111580F}"/>
          </ac:spMkLst>
        </pc:spChg>
      </pc:sldChg>
      <pc:sldChg chg="addSp delSp modSp mod modTransition">
        <pc:chgData name="Shreena Solia" userId="ce99177b26c586f9" providerId="LiveId" clId="{1F1047B7-353E-4D5F-BD1C-2AC2A6DBBBA4}" dt="2026-09-17T07:56:03.593" v="480"/>
        <pc:sldMkLst>
          <pc:docMk/>
          <pc:sldMk cId="2243494996" sldId="277"/>
        </pc:sldMkLst>
        <pc:spChg chg="mod">
          <ac:chgData name="Shreena Solia" userId="ce99177b26c586f9" providerId="LiveId" clId="{1F1047B7-353E-4D5F-BD1C-2AC2A6DBBBA4}" dt="2026-08-27T07:27:20.610" v="61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Shreena Solia" userId="ce99177b26c586f9" providerId="LiveId" clId="{1F1047B7-353E-4D5F-BD1C-2AC2A6DBBBA4}" dt="2026-08-27T07:30:23.015" v="78" actId="1076"/>
          <ac:spMkLst>
            <pc:docMk/>
            <pc:sldMk cId="2243494996" sldId="277"/>
            <ac:spMk id="3" creationId="{35E3EA69-4E0E-41BD-8095-A124225A2647}"/>
          </ac:spMkLst>
        </pc:spChg>
        <pc:picChg chg="add mod ord">
          <ac:chgData name="Shreena Solia" userId="ce99177b26c586f9" providerId="LiveId" clId="{1F1047B7-353E-4D5F-BD1C-2AC2A6DBBBA4}" dt="2026-08-27T07:26:22.997" v="58" actId="931"/>
          <ac:picMkLst>
            <pc:docMk/>
            <pc:sldMk cId="2243494996" sldId="277"/>
            <ac:picMk id="11" creationId="{AF71810F-003F-5401-A1B6-74D541018829}"/>
          </ac:picMkLst>
        </pc:picChg>
      </pc:sldChg>
      <pc:sldChg chg="modSp mod modTransition">
        <pc:chgData name="Shreena Solia" userId="ce99177b26c586f9" providerId="LiveId" clId="{1F1047B7-353E-4D5F-BD1C-2AC2A6DBBBA4}" dt="2026-09-17T07:56:03.593" v="480"/>
        <pc:sldMkLst>
          <pc:docMk/>
          <pc:sldMk cId="4151694508" sldId="286"/>
        </pc:sldMkLst>
        <pc:spChg chg="mod">
          <ac:chgData name="Shreena Solia" userId="ce99177b26c586f9" providerId="LiveId" clId="{1F1047B7-353E-4D5F-BD1C-2AC2A6DBBBA4}" dt="2026-09-01T09:48:37.784" v="448" actId="6549"/>
          <ac:spMkLst>
            <pc:docMk/>
            <pc:sldMk cId="4151694508" sldId="286"/>
            <ac:spMk id="4" creationId="{FAD2AE59-5630-4D5C-83A9-4CDEF4D7DCFB}"/>
          </ac:spMkLst>
        </pc:spChg>
        <pc:spChg chg="mod">
          <ac:chgData name="Shreena Solia" userId="ce99177b26c586f9" providerId="LiveId" clId="{1F1047B7-353E-4D5F-BD1C-2AC2A6DBBBA4}" dt="2026-09-01T09:48:40.824" v="449" actId="6549"/>
          <ac:spMkLst>
            <pc:docMk/>
            <pc:sldMk cId="4151694508" sldId="286"/>
            <ac:spMk id="6" creationId="{5A6B31B0-7B84-475D-961F-09C0191F91A2}"/>
          </ac:spMkLst>
        </pc:spChg>
        <pc:spChg chg="mod">
          <ac:chgData name="Shreena Solia" userId="ce99177b26c586f9" providerId="LiveId" clId="{1F1047B7-353E-4D5F-BD1C-2AC2A6DBBBA4}" dt="2026-09-01T09:48:42.800" v="450" actId="6549"/>
          <ac:spMkLst>
            <pc:docMk/>
            <pc:sldMk cId="4151694508" sldId="286"/>
            <ac:spMk id="11" creationId="{F60EB7D1-7CD7-C7FC-356C-5B772F1FDC30}"/>
          </ac:spMkLst>
        </pc:spChg>
      </pc:sldChg>
      <pc:sldChg chg="addSp delSp modSp mod modTransition">
        <pc:chgData name="Shreena Solia" userId="ce99177b26c586f9" providerId="LiveId" clId="{1F1047B7-353E-4D5F-BD1C-2AC2A6DBBBA4}" dt="2026-09-17T07:56:03.593" v="480"/>
        <pc:sldMkLst>
          <pc:docMk/>
          <pc:sldMk cId="1472106130" sldId="288"/>
        </pc:sldMkLst>
        <pc:spChg chg="mod">
          <ac:chgData name="Shreena Solia" userId="ce99177b26c586f9" providerId="LiveId" clId="{1F1047B7-353E-4D5F-BD1C-2AC2A6DBBBA4}" dt="2026-08-27T07:54:09.764" v="343" actId="1076"/>
          <ac:spMkLst>
            <pc:docMk/>
            <pc:sldMk cId="1472106130" sldId="288"/>
            <ac:spMk id="2" creationId="{39605AF1-623C-4E09-AB5D-8DD0571489F6}"/>
          </ac:spMkLst>
        </pc:spChg>
        <pc:spChg chg="mod">
          <ac:chgData name="Shreena Solia" userId="ce99177b26c586f9" providerId="LiveId" clId="{1F1047B7-353E-4D5F-BD1C-2AC2A6DBBBA4}" dt="2026-08-27T07:54:03.811" v="342" actId="1076"/>
          <ac:spMkLst>
            <pc:docMk/>
            <pc:sldMk cId="1472106130" sldId="288"/>
            <ac:spMk id="4" creationId="{AA132CBE-18C7-A51B-2E2A-84C26D44E592}"/>
          </ac:spMkLst>
        </pc:spChg>
      </pc:sldChg>
      <pc:sldChg chg="addSp modSp mod modTransition">
        <pc:chgData name="Shreena Solia" userId="ce99177b26c586f9" providerId="LiveId" clId="{1F1047B7-353E-4D5F-BD1C-2AC2A6DBBBA4}" dt="2026-09-17T07:56:03.593" v="480"/>
        <pc:sldMkLst>
          <pc:docMk/>
          <pc:sldMk cId="2436493926" sldId="293"/>
        </pc:sldMkLst>
        <pc:spChg chg="mod">
          <ac:chgData name="Shreena Solia" userId="ce99177b26c586f9" providerId="LiveId" clId="{1F1047B7-353E-4D5F-BD1C-2AC2A6DBBBA4}" dt="2026-08-27T07:39:14.384" v="142" actId="1076"/>
          <ac:spMkLst>
            <pc:docMk/>
            <pc:sldMk cId="2436493926" sldId="293"/>
            <ac:spMk id="2" creationId="{BCCAEE93-8585-46D4-A7EC-F184E317CB2E}"/>
          </ac:spMkLst>
        </pc:spChg>
        <pc:spChg chg="mod">
          <ac:chgData name="Shreena Solia" userId="ce99177b26c586f9" providerId="LiveId" clId="{1F1047B7-353E-4D5F-BD1C-2AC2A6DBBBA4}" dt="2026-08-27T07:48:23.673" v="285" actId="122"/>
          <ac:spMkLst>
            <pc:docMk/>
            <pc:sldMk cId="2436493926" sldId="293"/>
            <ac:spMk id="3" creationId="{24AFFC60-19C3-4901-93F7-7AAF4C09F8C6}"/>
          </ac:spMkLst>
        </pc:spChg>
        <pc:picChg chg="add mod modCrop">
          <ac:chgData name="Shreena Solia" userId="ce99177b26c586f9" providerId="LiveId" clId="{1F1047B7-353E-4D5F-BD1C-2AC2A6DBBBA4}" dt="2026-08-27T07:48:50.325" v="288" actId="1076"/>
          <ac:picMkLst>
            <pc:docMk/>
            <pc:sldMk cId="2436493926" sldId="293"/>
            <ac:picMk id="6" creationId="{E5E60CF2-E6FC-3522-0FDE-20DEA012560C}"/>
          </ac:picMkLst>
        </pc:picChg>
      </pc:sldChg>
      <pc:sldChg chg="modSp mod modTransition">
        <pc:chgData name="Shreena Solia" userId="ce99177b26c586f9" providerId="LiveId" clId="{1F1047B7-353E-4D5F-BD1C-2AC2A6DBBBA4}" dt="2026-09-17T07:56:03.593" v="480"/>
        <pc:sldMkLst>
          <pc:docMk/>
          <pc:sldMk cId="2578554952" sldId="294"/>
        </pc:sldMkLst>
        <pc:spChg chg="mod">
          <ac:chgData name="Shreena Solia" userId="ce99177b26c586f9" providerId="LiveId" clId="{1F1047B7-353E-4D5F-BD1C-2AC2A6DBBBA4}" dt="2026-09-01T09:50:56.658" v="471" actId="6549"/>
          <ac:spMkLst>
            <pc:docMk/>
            <pc:sldMk cId="2578554952" sldId="294"/>
            <ac:spMk id="2" creationId="{39605AF1-623C-4E09-AB5D-8DD0571489F6}"/>
          </ac:spMkLst>
        </pc:spChg>
        <pc:spChg chg="mod">
          <ac:chgData name="Shreena Solia" userId="ce99177b26c586f9" providerId="LiveId" clId="{1F1047B7-353E-4D5F-BD1C-2AC2A6DBBBA4}" dt="2026-09-01T09:51:00.130" v="472" actId="6549"/>
          <ac:spMkLst>
            <pc:docMk/>
            <pc:sldMk cId="2578554952" sldId="294"/>
            <ac:spMk id="3" creationId="{9B1DDDEF-20C4-4F65-BAC9-0A763DF7E02B}"/>
          </ac:spMkLst>
        </pc:spChg>
        <pc:spChg chg="mod">
          <ac:chgData name="Shreena Solia" userId="ce99177b26c586f9" providerId="LiveId" clId="{1F1047B7-353E-4D5F-BD1C-2AC2A6DBBBA4}" dt="2026-09-01T09:51:02.294" v="474" actId="27636"/>
          <ac:spMkLst>
            <pc:docMk/>
            <pc:sldMk cId="2578554952" sldId="294"/>
            <ac:spMk id="4" creationId="{AA132CBE-18C7-A51B-2E2A-84C26D44E592}"/>
          </ac:spMkLst>
        </pc:spChg>
      </pc:sldChg>
      <pc:sldChg chg="addSp delSp modSp mod modTransition">
        <pc:chgData name="Shreena Solia" userId="ce99177b26c586f9" providerId="LiveId" clId="{1F1047B7-353E-4D5F-BD1C-2AC2A6DBBBA4}" dt="2026-09-17T07:56:03.593" v="480"/>
        <pc:sldMkLst>
          <pc:docMk/>
          <pc:sldMk cId="3830685312" sldId="295"/>
        </pc:sldMkLst>
        <pc:spChg chg="mod">
          <ac:chgData name="Shreena Solia" userId="ce99177b26c586f9" providerId="LiveId" clId="{1F1047B7-353E-4D5F-BD1C-2AC2A6DBBBA4}" dt="2026-09-01T09:50:39.914" v="466" actId="20577"/>
          <ac:spMkLst>
            <pc:docMk/>
            <pc:sldMk cId="3830685312" sldId="295"/>
            <ac:spMk id="4" creationId="{FAD2AE59-5630-4D5C-83A9-4CDEF4D7DCFB}"/>
          </ac:spMkLst>
        </pc:spChg>
        <pc:spChg chg="add mod">
          <ac:chgData name="Shreena Solia" userId="ce99177b26c586f9" providerId="LiveId" clId="{1F1047B7-353E-4D5F-BD1C-2AC2A6DBBBA4}" dt="2026-09-01T09:50:47.158" v="469" actId="478"/>
          <ac:spMkLst>
            <pc:docMk/>
            <pc:sldMk cId="3830685312" sldId="295"/>
            <ac:spMk id="5" creationId="{F6A39EBF-3A5E-8022-1419-E37CB281B09A}"/>
          </ac:spMkLst>
        </pc:spChg>
        <pc:spChg chg="mod">
          <ac:chgData name="Shreena Solia" userId="ce99177b26c586f9" providerId="LiveId" clId="{1F1047B7-353E-4D5F-BD1C-2AC2A6DBBBA4}" dt="2026-09-01T09:50:42.073" v="467" actId="20577"/>
          <ac:spMkLst>
            <pc:docMk/>
            <pc:sldMk cId="3830685312" sldId="295"/>
            <ac:spMk id="6" creationId="{5A6B31B0-7B84-475D-961F-09C0191F91A2}"/>
          </ac:spMkLst>
        </pc:spChg>
      </pc:sldChg>
      <pc:sldChg chg="modTransition">
        <pc:chgData name="Shreena Solia" userId="ce99177b26c586f9" providerId="LiveId" clId="{1F1047B7-353E-4D5F-BD1C-2AC2A6DBBBA4}" dt="2026-09-17T07:56:03.593" v="480"/>
        <pc:sldMkLst>
          <pc:docMk/>
          <pc:sldMk cId="1711019939" sldId="298"/>
        </pc:sldMkLst>
      </pc:sldChg>
      <pc:sldChg chg="modSp add mod ord modTransition">
        <pc:chgData name="Shreena Solia" userId="ce99177b26c586f9" providerId="LiveId" clId="{1F1047B7-353E-4D5F-BD1C-2AC2A6DBBBA4}" dt="2026-09-17T07:56:03.593" v="480"/>
        <pc:sldMkLst>
          <pc:docMk/>
          <pc:sldMk cId="1120807269" sldId="303"/>
        </pc:sldMkLst>
        <pc:spChg chg="mod">
          <ac:chgData name="Shreena Solia" userId="ce99177b26c586f9" providerId="LiveId" clId="{1F1047B7-353E-4D5F-BD1C-2AC2A6DBBBA4}" dt="2026-09-01T09:50:04.330" v="456" actId="6549"/>
          <ac:spMkLst>
            <pc:docMk/>
            <pc:sldMk cId="1120807269" sldId="303"/>
            <ac:spMk id="2" creationId="{C72A5CD9-0AF4-0FB8-7606-42939C3899DE}"/>
          </ac:spMkLst>
        </pc:spChg>
        <pc:spChg chg="mod">
          <ac:chgData name="Shreena Solia" userId="ce99177b26c586f9" providerId="LiveId" clId="{1F1047B7-353E-4D5F-BD1C-2AC2A6DBBBA4}" dt="2026-09-01T09:50:12.202" v="460" actId="6549"/>
          <ac:spMkLst>
            <pc:docMk/>
            <pc:sldMk cId="1120807269" sldId="303"/>
            <ac:spMk id="3" creationId="{B5078A1E-9912-ED52-630D-1FC33F08CDD7}"/>
          </ac:spMkLst>
        </pc:spChg>
      </pc:sldChg>
      <pc:sldChg chg="addSp delSp modSp add mod ord modTransition">
        <pc:chgData name="Shreena Solia" userId="ce99177b26c586f9" providerId="LiveId" clId="{1F1047B7-353E-4D5F-BD1C-2AC2A6DBBBA4}" dt="2026-09-17T07:56:03.593" v="480"/>
        <pc:sldMkLst>
          <pc:docMk/>
          <pc:sldMk cId="1034298867" sldId="304"/>
        </pc:sldMkLst>
        <pc:spChg chg="mod">
          <ac:chgData name="Shreena Solia" userId="ce99177b26c586f9" providerId="LiveId" clId="{1F1047B7-353E-4D5F-BD1C-2AC2A6DBBBA4}" dt="2026-09-01T09:48:48.045" v="451" actId="6549"/>
          <ac:spMkLst>
            <pc:docMk/>
            <pc:sldMk cId="1034298867" sldId="304"/>
            <ac:spMk id="2" creationId="{18D0CD8F-72A0-76DF-769D-3512E4F761C0}"/>
          </ac:spMkLst>
        </pc:spChg>
        <pc:spChg chg="mod">
          <ac:chgData name="Shreena Solia" userId="ce99177b26c586f9" providerId="LiveId" clId="{1F1047B7-353E-4D5F-BD1C-2AC2A6DBBBA4}" dt="2026-09-01T09:48:50.182" v="452" actId="6549"/>
          <ac:spMkLst>
            <pc:docMk/>
            <pc:sldMk cId="1034298867" sldId="304"/>
            <ac:spMk id="4" creationId="{11FDEDDB-0E5A-9780-2ACA-255A515C2254}"/>
          </ac:spMkLst>
        </pc:spChg>
        <pc:spChg chg="add mod">
          <ac:chgData name="Shreena Solia" userId="ce99177b26c586f9" providerId="LiveId" clId="{1F1047B7-353E-4D5F-BD1C-2AC2A6DBBBA4}" dt="2026-09-01T09:48:57.575" v="453" actId="478"/>
          <ac:spMkLst>
            <pc:docMk/>
            <pc:sldMk cId="1034298867" sldId="304"/>
            <ac:spMk id="6" creationId="{4A356FF8-8CA8-8C48-C00C-E4F86208AE74}"/>
          </ac:spMkLst>
        </pc:spChg>
      </pc:sldChg>
      <pc:sldChg chg="addSp delSp modSp add mod ord modTransition">
        <pc:chgData name="Shreena Solia" userId="ce99177b26c586f9" providerId="LiveId" clId="{1F1047B7-353E-4D5F-BD1C-2AC2A6DBBBA4}" dt="2026-09-17T07:56:03.593" v="480"/>
        <pc:sldMkLst>
          <pc:docMk/>
          <pc:sldMk cId="1800142194" sldId="305"/>
        </pc:sldMkLst>
        <pc:spChg chg="add mod">
          <ac:chgData name="Shreena Solia" userId="ce99177b26c586f9" providerId="LiveId" clId="{1F1047B7-353E-4D5F-BD1C-2AC2A6DBBBA4}" dt="2026-09-01T09:50:26.640" v="463" actId="478"/>
          <ac:spMkLst>
            <pc:docMk/>
            <pc:sldMk cId="1800142194" sldId="305"/>
            <ac:spMk id="4" creationId="{28AD9FB9-3144-1113-B327-7B522AFAB258}"/>
          </ac:spMkLst>
        </pc:spChg>
        <pc:spChg chg="add mod">
          <ac:chgData name="Shreena Solia" userId="ce99177b26c586f9" providerId="LiveId" clId="{1F1047B7-353E-4D5F-BD1C-2AC2A6DBBBA4}" dt="2026-09-01T09:50:26.640" v="463" actId="478"/>
          <ac:spMkLst>
            <pc:docMk/>
            <pc:sldMk cId="1800142194" sldId="305"/>
            <ac:spMk id="6" creationId="{4EC5940D-2553-0022-B5BF-B93CC11A234C}"/>
          </ac:spMkLst>
        </pc:spChg>
      </pc:sldChg>
      <pc:sldMasterChg chg="modTransition modSldLayout">
        <pc:chgData name="Shreena Solia" userId="ce99177b26c586f9" providerId="LiveId" clId="{1F1047B7-353E-4D5F-BD1C-2AC2A6DBBBA4}" dt="2026-09-17T07:56:03.593" v="480"/>
        <pc:sldMasterMkLst>
          <pc:docMk/>
          <pc:sldMasterMk cId="1544047913" sldId="2147483660"/>
        </pc:sldMasterMkLst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4196340225" sldId="2147483663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355283013" sldId="2147483665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1563524165" sldId="2147483679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1309884451" sldId="2147483688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1884464865" sldId="2147483690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1231035317" sldId="2147483692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2199545073" sldId="2147483695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4045577202" sldId="2147483698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3745439134" sldId="2147483699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4268806401" sldId="2147483700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4033652303" sldId="2147483701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2003226232" sldId="2147483702"/>
          </pc:sldLayoutMkLst>
        </pc:sldLayoutChg>
        <pc:sldLayoutChg chg="modTransition">
          <pc:chgData name="Shreena Solia" userId="ce99177b26c586f9" providerId="LiveId" clId="{1F1047B7-353E-4D5F-BD1C-2AC2A6DBBBA4}" dt="2026-09-17T07:56:03.593" v="480"/>
          <pc:sldLayoutMkLst>
            <pc:docMk/>
            <pc:sldMasterMk cId="1544047913" sldId="2147483660"/>
            <pc:sldLayoutMk cId="333197987" sldId="214748370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9/17/2026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9/17/2026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125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79024-0085-A913-A602-75A3FF5A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BD0AB-DB30-AE8E-24F0-B5A76C22D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10786-1A88-2D80-031F-44FCFDE90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B6FBE-0020-B031-F386-4C8CE227E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919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516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1FF676E6-2425-F67F-0EEC-8F749E8809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2A51F0-4EDD-D5BD-4420-626AF4E5B085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FF9F6-4E70-E6C5-D80D-23D1CA6C2D50}"/>
              </a:ext>
            </a:extLst>
          </p:cNvPr>
          <p:cNvSpPr/>
          <p:nvPr userDrawn="1"/>
        </p:nvSpPr>
        <p:spPr>
          <a:xfrm rot="5400000">
            <a:off x="1393710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04F351-EFC7-94BF-D3DC-96B40AFD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 anchor="ctr">
            <a:normAutofit/>
          </a:bodyPr>
          <a:lstStyle>
            <a:lvl1pPr algn="ctr">
              <a:defRPr sz="72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17F37F-F77E-B2B4-ED11-F009D168EC6B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D5C16D-FA81-BAC7-0697-0DC6036320D4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4D3F4-28B2-6053-807F-F0A3DC654A52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7AC55E-9114-0424-F015-468AE208E11A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D70DED-121C-AA55-4D65-9A4BAC7C6AD8}"/>
              </a:ext>
            </a:extLst>
          </p:cNvPr>
          <p:cNvCxnSpPr/>
          <p:nvPr userDrawn="1"/>
        </p:nvCxnSpPr>
        <p:spPr>
          <a:xfrm>
            <a:off x="684212" y="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AC8F9-7E2E-E7EC-2481-CA1441D567F8}"/>
              </a:ext>
            </a:extLst>
          </p:cNvPr>
          <p:cNvCxnSpPr/>
          <p:nvPr userDrawn="1"/>
        </p:nvCxnSpPr>
        <p:spPr>
          <a:xfrm>
            <a:off x="11504613" y="-3810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1510C2-44EE-C940-5D46-21C4892557A2}"/>
              </a:ext>
            </a:extLst>
          </p:cNvPr>
          <p:cNvSpPr/>
          <p:nvPr userDrawn="1"/>
        </p:nvSpPr>
        <p:spPr>
          <a:xfrm rot="16200000">
            <a:off x="2588417" y="456405"/>
            <a:ext cx="7010400" cy="6097590"/>
          </a:xfrm>
          <a:custGeom>
            <a:avLst/>
            <a:gdLst>
              <a:gd name="connsiteX0" fmla="*/ 6610424 w 6610424"/>
              <a:gd name="connsiteY0" fmla="*/ 3048796 h 6097590"/>
              <a:gd name="connsiteX1" fmla="*/ 3890772 w 6610424"/>
              <a:gd name="connsiteY1" fmla="*/ 6093623 h 6097590"/>
              <a:gd name="connsiteX2" fmla="*/ 3744554 w 6610424"/>
              <a:gd name="connsiteY2" fmla="*/ 6097555 h 6097590"/>
              <a:gd name="connsiteX3" fmla="*/ 3744554 w 6610424"/>
              <a:gd name="connsiteY3" fmla="*/ 6097590 h 6097590"/>
              <a:gd name="connsiteX4" fmla="*/ 3743227 w 6610424"/>
              <a:gd name="connsiteY4" fmla="*/ 6097590 h 6097590"/>
              <a:gd name="connsiteX5" fmla="*/ 0 w 6610424"/>
              <a:gd name="connsiteY5" fmla="*/ 6097589 h 6097590"/>
              <a:gd name="connsiteX6" fmla="*/ 0 w 6610424"/>
              <a:gd name="connsiteY6" fmla="*/ 0 h 6097590"/>
              <a:gd name="connsiteX7" fmla="*/ 3743228 w 6610424"/>
              <a:gd name="connsiteY7" fmla="*/ 1 h 6097590"/>
              <a:gd name="connsiteX8" fmla="*/ 3744555 w 6610424"/>
              <a:gd name="connsiteY8" fmla="*/ 1 h 6097590"/>
              <a:gd name="connsiteX9" fmla="*/ 3744555 w 6610424"/>
              <a:gd name="connsiteY9" fmla="*/ 36 h 6097590"/>
              <a:gd name="connsiteX10" fmla="*/ 3890773 w 6610424"/>
              <a:gd name="connsiteY10" fmla="*/ 3968 h 6097590"/>
              <a:gd name="connsiteX11" fmla="*/ 6610424 w 6610424"/>
              <a:gd name="connsiteY11" fmla="*/ 3048796 h 609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10424" h="6097590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6DC9-6EDA-8E62-10CA-A5D8F575D99C}"/>
              </a:ext>
            </a:extLst>
          </p:cNvPr>
          <p:cNvSpPr/>
          <p:nvPr userDrawn="1"/>
        </p:nvSpPr>
        <p:spPr>
          <a:xfrm rot="5400000">
            <a:off x="10564921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392C5BB-4C0A-FD2B-3AAF-4B66600606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1035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998E10DA-9535-2CE7-12A4-77E2208E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7BD2080-AB1F-7102-346E-BFA8CE0BAF44}"/>
              </a:ext>
            </a:extLst>
          </p:cNvPr>
          <p:cNvSpPr/>
          <p:nvPr userDrawn="1"/>
        </p:nvSpPr>
        <p:spPr>
          <a:xfrm>
            <a:off x="-1588" y="0"/>
            <a:ext cx="12217620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 lIns="0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D3D8D05-9BE1-F22A-0950-AA725685DE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775" y="17527"/>
            <a:ext cx="3944303" cy="6822059"/>
          </a:xfrm>
          <a:custGeom>
            <a:avLst/>
            <a:gdLst>
              <a:gd name="connsiteX0" fmla="*/ 0 w 3944303"/>
              <a:gd name="connsiteY0" fmla="*/ 6402705 h 6822059"/>
              <a:gd name="connsiteX1" fmla="*/ 3944303 w 3944303"/>
              <a:gd name="connsiteY1" fmla="*/ 6402705 h 6822059"/>
              <a:gd name="connsiteX2" fmla="*/ 3944303 w 3944303"/>
              <a:gd name="connsiteY2" fmla="*/ 6822059 h 6822059"/>
              <a:gd name="connsiteX3" fmla="*/ 0 w 3944303"/>
              <a:gd name="connsiteY3" fmla="*/ 6822059 h 6822059"/>
              <a:gd name="connsiteX4" fmla="*/ 0 w 3944303"/>
              <a:gd name="connsiteY4" fmla="*/ 457200 h 6822059"/>
              <a:gd name="connsiteX5" fmla="*/ 3944303 w 3944303"/>
              <a:gd name="connsiteY5" fmla="*/ 457200 h 6822059"/>
              <a:gd name="connsiteX6" fmla="*/ 3944303 w 3944303"/>
              <a:gd name="connsiteY6" fmla="*/ 6366129 h 6822059"/>
              <a:gd name="connsiteX7" fmla="*/ 0 w 3944303"/>
              <a:gd name="connsiteY7" fmla="*/ 6366129 h 6822059"/>
              <a:gd name="connsiteX8" fmla="*/ 0 w 3944303"/>
              <a:gd name="connsiteY8" fmla="*/ 0 h 6822059"/>
              <a:gd name="connsiteX9" fmla="*/ 3944303 w 3944303"/>
              <a:gd name="connsiteY9" fmla="*/ 0 h 6822059"/>
              <a:gd name="connsiteX10" fmla="*/ 3944303 w 3944303"/>
              <a:gd name="connsiteY10" fmla="*/ 420624 h 6822059"/>
              <a:gd name="connsiteX11" fmla="*/ 0 w 3944303"/>
              <a:gd name="connsiteY11" fmla="*/ 420624 h 682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4303" h="6822059">
                <a:moveTo>
                  <a:pt x="0" y="6402705"/>
                </a:moveTo>
                <a:lnTo>
                  <a:pt x="3944303" y="6402705"/>
                </a:lnTo>
                <a:lnTo>
                  <a:pt x="3944303" y="6822059"/>
                </a:lnTo>
                <a:lnTo>
                  <a:pt x="0" y="6822059"/>
                </a:lnTo>
                <a:close/>
                <a:moveTo>
                  <a:pt x="0" y="457200"/>
                </a:moveTo>
                <a:lnTo>
                  <a:pt x="3944303" y="457200"/>
                </a:lnTo>
                <a:lnTo>
                  <a:pt x="3944303" y="6366129"/>
                </a:lnTo>
                <a:lnTo>
                  <a:pt x="0" y="6366129"/>
                </a:lnTo>
                <a:close/>
                <a:moveTo>
                  <a:pt x="0" y="0"/>
                </a:moveTo>
                <a:lnTo>
                  <a:pt x="3944303" y="0"/>
                </a:lnTo>
                <a:lnTo>
                  <a:pt x="3944303" y="420624"/>
                </a:lnTo>
                <a:lnTo>
                  <a:pt x="0" y="4206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 l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8611" y="6400801"/>
            <a:ext cx="2261183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26789" y="6400801"/>
            <a:ext cx="5897354" cy="320675"/>
          </a:xfrm>
        </p:spPr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F0E7C2-55D0-0101-27E8-8B50E1CC9127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9CAC83-CB67-27E0-8EA6-F6F6E5ED0A72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B5987-80DF-3755-E667-EE2DB6CBE948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203C55-C315-E7C9-EED2-083974459E49}"/>
              </a:ext>
            </a:extLst>
          </p:cNvPr>
          <p:cNvSpPr/>
          <p:nvPr userDrawn="1"/>
        </p:nvSpPr>
        <p:spPr>
          <a:xfrm>
            <a:off x="10534141" y="521208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A737DF-4AE3-6F7F-1733-661D65713695}"/>
              </a:ext>
            </a:extLst>
          </p:cNvPr>
          <p:cNvSpPr/>
          <p:nvPr userDrawn="1"/>
        </p:nvSpPr>
        <p:spPr>
          <a:xfrm>
            <a:off x="10542905" y="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0A398A-1AC9-796E-82A1-0C222945767B}"/>
              </a:ext>
            </a:extLst>
          </p:cNvPr>
          <p:cNvCxnSpPr>
            <a:cxnSpLocks/>
          </p:cNvCxnSpPr>
          <p:nvPr userDrawn="1"/>
        </p:nvCxnSpPr>
        <p:spPr>
          <a:xfrm>
            <a:off x="4189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ink sky&#10;&#10;Description automatically generated">
            <a:extLst>
              <a:ext uri="{FF2B5EF4-FFF2-40B4-BE49-F238E27FC236}">
                <a16:creationId xmlns:a16="http://schemas.microsoft.com/office/drawing/2014/main" id="{8802D68A-113C-2517-2CD9-13E53689A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E1447D-A85A-1FDD-A4EB-285B03340F5A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10800000">
            <a:off x="37941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F5511-C846-7753-89F4-336271EB5ACE}"/>
              </a:ext>
            </a:extLst>
          </p:cNvPr>
          <p:cNvSpPr/>
          <p:nvPr userDrawn="1"/>
        </p:nvSpPr>
        <p:spPr>
          <a:xfrm rot="10800000">
            <a:off x="11580811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22F574C-CEE3-35B3-8823-3789F16B121E}"/>
              </a:ext>
            </a:extLst>
          </p:cNvPr>
          <p:cNvSpPr/>
          <p:nvPr userDrawn="1"/>
        </p:nvSpPr>
        <p:spPr>
          <a:xfrm>
            <a:off x="-77788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85D198-1D22-86F8-E96A-097BBAAC1A7A}"/>
              </a:ext>
            </a:extLst>
          </p:cNvPr>
          <p:cNvSpPr/>
          <p:nvPr userDrawn="1"/>
        </p:nvSpPr>
        <p:spPr>
          <a:xfrm rot="10800000">
            <a:off x="10895015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2E6B60-AE17-8497-E916-51A823F1906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7D34B1-6239-4039-3823-A32D4693CAE2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95015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4492CE-9DFD-B642-74A0-499E933F80A5}"/>
              </a:ext>
            </a:extLst>
          </p:cNvPr>
          <p:cNvSpPr/>
          <p:nvPr userDrawn="1"/>
        </p:nvSpPr>
        <p:spPr>
          <a:xfrm>
            <a:off x="1307414" y="-76200"/>
            <a:ext cx="9573996" cy="6992620"/>
          </a:xfrm>
          <a:custGeom>
            <a:avLst/>
            <a:gdLst>
              <a:gd name="connsiteX0" fmla="*/ 1528240 w 9573996"/>
              <a:gd name="connsiteY0" fmla="*/ 0 h 6992620"/>
              <a:gd name="connsiteX1" fmla="*/ 8045757 w 9573996"/>
              <a:gd name="connsiteY1" fmla="*/ 0 h 6992620"/>
              <a:gd name="connsiteX2" fmla="*/ 8171917 w 9573996"/>
              <a:gd name="connsiteY2" fmla="*/ 120282 h 6992620"/>
              <a:gd name="connsiteX3" fmla="*/ 9573996 w 9573996"/>
              <a:gd name="connsiteY3" fmla="*/ 3505201 h 6992620"/>
              <a:gd name="connsiteX4" fmla="*/ 8171917 w 9573996"/>
              <a:gd name="connsiteY4" fmla="*/ 6890120 h 6992620"/>
              <a:gd name="connsiteX5" fmla="*/ 8064408 w 9573996"/>
              <a:gd name="connsiteY5" fmla="*/ 6992620 h 6992620"/>
              <a:gd name="connsiteX6" fmla="*/ 1509589 w 9573996"/>
              <a:gd name="connsiteY6" fmla="*/ 6992620 h 6992620"/>
              <a:gd name="connsiteX7" fmla="*/ 1402080 w 9573996"/>
              <a:gd name="connsiteY7" fmla="*/ 6890120 h 6992620"/>
              <a:gd name="connsiteX8" fmla="*/ 0 w 9573996"/>
              <a:gd name="connsiteY8" fmla="*/ 3505201 h 6992620"/>
              <a:gd name="connsiteX9" fmla="*/ 1402080 w 9573996"/>
              <a:gd name="connsiteY9" fmla="*/ 120282 h 699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699262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B6F497-1C9D-E66E-161A-8332537B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4B4570-973D-13F6-0C58-91F949284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8D04D42-191E-2227-2B1B-E1389432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2B7CDE2-D55F-1AD0-2F10-D98D71BC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77FEDA-BC46-FD22-190F-8841E18D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26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pink sky&#10;&#10;Description automatically generated">
            <a:extLst>
              <a:ext uri="{FF2B5EF4-FFF2-40B4-BE49-F238E27FC236}">
                <a16:creationId xmlns:a16="http://schemas.microsoft.com/office/drawing/2014/main" id="{3AEB6B8C-8E8E-75FA-B669-2932DD03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0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 anchor="b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069C4-A5BC-A62E-380C-731B8A5B4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26645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2pPr>
            <a:lvl3pPr marL="85329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3pPr>
            <a:lvl4pPr marL="1279936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4pPr>
            <a:lvl5pPr marL="1706581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C4363C-0E28-4487-DD8D-4795AFEE365A}"/>
              </a:ext>
            </a:extLst>
          </p:cNvPr>
          <p:cNvGrpSpPr/>
          <p:nvPr userDrawn="1"/>
        </p:nvGrpSpPr>
        <p:grpSpPr>
          <a:xfrm>
            <a:off x="2140743" y="0"/>
            <a:ext cx="7907338" cy="6858000"/>
            <a:chOff x="2149474" y="0"/>
            <a:chExt cx="7907338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2C5A67C-1FE0-EFD7-3622-A0E2717011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49474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395002-4D2E-B59C-FD8E-2BF0DAF6A7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056812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081E485-D397-61BC-2C0F-36FF7D5F70DE}"/>
              </a:ext>
            </a:extLst>
          </p:cNvPr>
          <p:cNvSpPr/>
          <p:nvPr userDrawn="1"/>
        </p:nvSpPr>
        <p:spPr>
          <a:xfrm>
            <a:off x="1307414" y="-76200"/>
            <a:ext cx="9573996" cy="7028180"/>
          </a:xfrm>
          <a:custGeom>
            <a:avLst/>
            <a:gdLst>
              <a:gd name="connsiteX0" fmla="*/ 1528240 w 9573996"/>
              <a:gd name="connsiteY0" fmla="*/ 0 h 7028180"/>
              <a:gd name="connsiteX1" fmla="*/ 8045757 w 9573996"/>
              <a:gd name="connsiteY1" fmla="*/ 0 h 7028180"/>
              <a:gd name="connsiteX2" fmla="*/ 8171917 w 9573996"/>
              <a:gd name="connsiteY2" fmla="*/ 120282 h 7028180"/>
              <a:gd name="connsiteX3" fmla="*/ 9573996 w 9573996"/>
              <a:gd name="connsiteY3" fmla="*/ 3505201 h 7028180"/>
              <a:gd name="connsiteX4" fmla="*/ 8171917 w 9573996"/>
              <a:gd name="connsiteY4" fmla="*/ 6890120 h 7028180"/>
              <a:gd name="connsiteX5" fmla="*/ 8027110 w 9573996"/>
              <a:gd name="connsiteY5" fmla="*/ 7028180 h 7028180"/>
              <a:gd name="connsiteX6" fmla="*/ 1546886 w 9573996"/>
              <a:gd name="connsiteY6" fmla="*/ 7028180 h 7028180"/>
              <a:gd name="connsiteX7" fmla="*/ 1402080 w 9573996"/>
              <a:gd name="connsiteY7" fmla="*/ 6890120 h 7028180"/>
              <a:gd name="connsiteX8" fmla="*/ 0 w 9573996"/>
              <a:gd name="connsiteY8" fmla="*/ 3505201 h 7028180"/>
              <a:gd name="connsiteX9" fmla="*/ 1402080 w 9573996"/>
              <a:gd name="connsiteY9" fmla="*/ 120282 h 702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702818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90ACEC0-6BFA-2DA0-ED08-79C4EC859E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7ABA4AB-6D23-2D78-B42D-A7E80724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48AFBD6-B449-C601-9AB8-58707B05A1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52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and pink gradient&#10;&#10;Description automatically generated">
            <a:extLst>
              <a:ext uri="{FF2B5EF4-FFF2-40B4-BE49-F238E27FC236}">
                <a16:creationId xmlns:a16="http://schemas.microsoft.com/office/drawing/2014/main" id="{AFD3AE5C-5EE6-128A-599C-F64250BE3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A3112D-1CC4-8A63-2EF0-72CADC5F5182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ADB272-55CB-FE7D-174B-0351CF041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F5B2CBB-3979-2A22-F797-B64A715A44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AE610D-4CF6-FA56-B72E-DB9027EB9A95}"/>
              </a:ext>
            </a:extLst>
          </p:cNvPr>
          <p:cNvCxnSpPr>
            <a:cxnSpLocks/>
          </p:cNvCxnSpPr>
          <p:nvPr userDrawn="1"/>
        </p:nvCxnSpPr>
        <p:spPr>
          <a:xfrm>
            <a:off x="1141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A26EB3-62BA-B7F9-D731-A7BACBB53EB5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5A68F0-4988-52DC-8A0D-E776BFE86A27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A0378-FB31-B667-C592-D038F6A702A4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C606A95-3B8A-55B0-D0DB-19A40402FF9E}"/>
              </a:ext>
            </a:extLst>
          </p:cNvPr>
          <p:cNvSpPr/>
          <p:nvPr userDrawn="1"/>
        </p:nvSpPr>
        <p:spPr>
          <a:xfrm>
            <a:off x="10940044" y="2156118"/>
            <a:ext cx="1373186" cy="2545766"/>
          </a:xfrm>
          <a:custGeom>
            <a:avLst/>
            <a:gdLst>
              <a:gd name="connsiteX0" fmla="*/ 1272884 w 1373186"/>
              <a:gd name="connsiteY0" fmla="*/ 0 h 2545766"/>
              <a:gd name="connsiteX1" fmla="*/ 1373186 w 1373186"/>
              <a:gd name="connsiteY1" fmla="*/ 5065 h 2545766"/>
              <a:gd name="connsiteX2" fmla="*/ 1373186 w 1373186"/>
              <a:gd name="connsiteY2" fmla="*/ 2540701 h 2545766"/>
              <a:gd name="connsiteX3" fmla="*/ 1272884 w 1373186"/>
              <a:gd name="connsiteY3" fmla="*/ 2545766 h 2545766"/>
              <a:gd name="connsiteX4" fmla="*/ 0 w 1373186"/>
              <a:gd name="connsiteY4" fmla="*/ 1272883 h 2545766"/>
              <a:gd name="connsiteX5" fmla="*/ 1272884 w 1373186"/>
              <a:gd name="connsiteY5" fmla="*/ 0 h 2545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186" h="254576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1B804C-E94C-3C9E-FE43-6B499E74BD7E}"/>
              </a:ext>
            </a:extLst>
          </p:cNvPr>
          <p:cNvSpPr/>
          <p:nvPr userDrawn="1"/>
        </p:nvSpPr>
        <p:spPr>
          <a:xfrm rot="16200000" flipH="1">
            <a:off x="11450135" y="2804611"/>
            <a:ext cx="228600" cy="12487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77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E8A8B540-69F8-F41E-F63E-7655219512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116D86-F5C8-781F-E058-31A29562AFBB}"/>
              </a:ext>
            </a:extLst>
          </p:cNvPr>
          <p:cNvSpPr/>
          <p:nvPr userDrawn="1"/>
        </p:nvSpPr>
        <p:spPr>
          <a:xfrm>
            <a:off x="-64" y="0"/>
            <a:ext cx="12188952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 anchor="ctr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E7C6DB-C998-DD1E-38ED-E0BE6C1E2E0C}"/>
              </a:ext>
            </a:extLst>
          </p:cNvPr>
          <p:cNvSpPr/>
          <p:nvPr userDrawn="1"/>
        </p:nvSpPr>
        <p:spPr>
          <a:xfrm>
            <a:off x="3046412" y="381000"/>
            <a:ext cx="6096000" cy="6096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A65168-DB7F-A8BD-1D2A-287AF1AA6DF5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D61883-92E2-1B00-77ED-EA1A2A204BA5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7359CE-3521-B84A-F5F9-8109724777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7790" y="1320650"/>
            <a:ext cx="3124198" cy="4216690"/>
          </a:xfrm>
          <a:custGeom>
            <a:avLst/>
            <a:gdLst>
              <a:gd name="connsiteX0" fmla="*/ 879796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879796 w 3124198"/>
              <a:gd name="connsiteY10" fmla="*/ 4216690 h 4216690"/>
              <a:gd name="connsiteX11" fmla="*/ 0 w 3124198"/>
              <a:gd name="connsiteY11" fmla="*/ 0 h 4216690"/>
              <a:gd name="connsiteX12" fmla="*/ 651196 w 3124198"/>
              <a:gd name="connsiteY12" fmla="*/ 0 h 4216690"/>
              <a:gd name="connsiteX13" fmla="*/ 651196 w 3124198"/>
              <a:gd name="connsiteY13" fmla="*/ 4216690 h 4216690"/>
              <a:gd name="connsiteX14" fmla="*/ 0 w 3124198"/>
              <a:gd name="connsiteY14" fmla="*/ 421669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879796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879796" y="4216690"/>
                </a:lnTo>
                <a:close/>
                <a:moveTo>
                  <a:pt x="0" y="0"/>
                </a:moveTo>
                <a:lnTo>
                  <a:pt x="651196" y="0"/>
                </a:lnTo>
                <a:lnTo>
                  <a:pt x="651196" y="4216690"/>
                </a:lnTo>
                <a:lnTo>
                  <a:pt x="0" y="42166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29D6EC-ACFF-1BB5-B5F2-348BF7C489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2411" y="1339705"/>
            <a:ext cx="3124198" cy="4216690"/>
          </a:xfrm>
          <a:custGeom>
            <a:avLst/>
            <a:gdLst>
              <a:gd name="connsiteX0" fmla="*/ 2476500 w 3124198"/>
              <a:gd name="connsiteY0" fmla="*/ 0 h 4216690"/>
              <a:gd name="connsiteX1" fmla="*/ 3124198 w 3124198"/>
              <a:gd name="connsiteY1" fmla="*/ 0 h 4216690"/>
              <a:gd name="connsiteX2" fmla="*/ 3124198 w 3124198"/>
              <a:gd name="connsiteY2" fmla="*/ 4216690 h 4216690"/>
              <a:gd name="connsiteX3" fmla="*/ 2476500 w 3124198"/>
              <a:gd name="connsiteY3" fmla="*/ 4216690 h 4216690"/>
              <a:gd name="connsiteX4" fmla="*/ 1933013 w 3124198"/>
              <a:gd name="connsiteY4" fmla="*/ 0 h 4216690"/>
              <a:gd name="connsiteX5" fmla="*/ 1933908 w 3124198"/>
              <a:gd name="connsiteY5" fmla="*/ 0 h 4216690"/>
              <a:gd name="connsiteX6" fmla="*/ 2247900 w 3124198"/>
              <a:gd name="connsiteY6" fmla="*/ 0 h 4216690"/>
              <a:gd name="connsiteX7" fmla="*/ 2247900 w 3124198"/>
              <a:gd name="connsiteY7" fmla="*/ 4216690 h 4216690"/>
              <a:gd name="connsiteX8" fmla="*/ 1933908 w 3124198"/>
              <a:gd name="connsiteY8" fmla="*/ 4216690 h 4216690"/>
              <a:gd name="connsiteX9" fmla="*/ 1933013 w 3124198"/>
              <a:gd name="connsiteY9" fmla="*/ 4216690 h 4216690"/>
              <a:gd name="connsiteX10" fmla="*/ 1933013 w 3124198"/>
              <a:gd name="connsiteY10" fmla="*/ 4216665 h 4216690"/>
              <a:gd name="connsiteX11" fmla="*/ 1834390 w 3124198"/>
              <a:gd name="connsiteY11" fmla="*/ 4213946 h 4216690"/>
              <a:gd name="connsiteX12" fmla="*/ 0 w 3124198"/>
              <a:gd name="connsiteY12" fmla="*/ 2108345 h 4216690"/>
              <a:gd name="connsiteX13" fmla="*/ 1834390 w 3124198"/>
              <a:gd name="connsiteY13" fmla="*/ 2743 h 4216690"/>
              <a:gd name="connsiteX14" fmla="*/ 1933013 w 3124198"/>
              <a:gd name="connsiteY14" fmla="*/ 24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2476500" y="0"/>
                </a:moveTo>
                <a:lnTo>
                  <a:pt x="3124198" y="0"/>
                </a:lnTo>
                <a:lnTo>
                  <a:pt x="3124198" y="4216690"/>
                </a:lnTo>
                <a:lnTo>
                  <a:pt x="2476500" y="4216690"/>
                </a:lnTo>
                <a:close/>
                <a:moveTo>
                  <a:pt x="1933013" y="0"/>
                </a:moveTo>
                <a:lnTo>
                  <a:pt x="1933908" y="0"/>
                </a:lnTo>
                <a:lnTo>
                  <a:pt x="2247900" y="0"/>
                </a:lnTo>
                <a:lnTo>
                  <a:pt x="2247900" y="4216690"/>
                </a:lnTo>
                <a:lnTo>
                  <a:pt x="1933908" y="4216690"/>
                </a:lnTo>
                <a:lnTo>
                  <a:pt x="1933013" y="4216690"/>
                </a:lnTo>
                <a:lnTo>
                  <a:pt x="1933013" y="4216665"/>
                </a:lnTo>
                <a:lnTo>
                  <a:pt x="1834390" y="4213946"/>
                </a:lnTo>
                <a:cubicBezTo>
                  <a:pt x="812571" y="4157479"/>
                  <a:pt x="0" y="3236364"/>
                  <a:pt x="0" y="2108345"/>
                </a:cubicBezTo>
                <a:cubicBezTo>
                  <a:pt x="0" y="980326"/>
                  <a:pt x="812571" y="59211"/>
                  <a:pt x="1834390" y="2743"/>
                </a:cubicBezTo>
                <a:lnTo>
                  <a:pt x="1933013" y="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AE912-484D-5F4B-778B-3474F5CDC1E7}"/>
              </a:ext>
            </a:extLst>
          </p:cNvPr>
          <p:cNvSpPr/>
          <p:nvPr userDrawn="1"/>
        </p:nvSpPr>
        <p:spPr>
          <a:xfrm rot="10800000">
            <a:off x="11390311" y="-1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5ED4CE-ACD4-3D61-33D8-3FDC92555E76}"/>
              </a:ext>
            </a:extLst>
          </p:cNvPr>
          <p:cNvSpPr/>
          <p:nvPr userDrawn="1"/>
        </p:nvSpPr>
        <p:spPr>
          <a:xfrm rot="10800000">
            <a:off x="573406" y="-2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person's face&#10;&#10;Description automatically generated">
            <a:extLst>
              <a:ext uri="{FF2B5EF4-FFF2-40B4-BE49-F238E27FC236}">
                <a16:creationId xmlns:a16="http://schemas.microsoft.com/office/drawing/2014/main" id="{3197F591-1277-E834-A693-1798788DC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B813A62-751A-F465-5589-2D1D42FA9D1B}"/>
              </a:ext>
            </a:extLst>
          </p:cNvPr>
          <p:cNvSpPr/>
          <p:nvPr userDrawn="1"/>
        </p:nvSpPr>
        <p:spPr>
          <a:xfrm>
            <a:off x="1372" y="-19050"/>
            <a:ext cx="1218608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DB31A-303D-1176-2A3C-ED553B54051E}"/>
              </a:ext>
            </a:extLst>
          </p:cNvPr>
          <p:cNvSpPr/>
          <p:nvPr userDrawn="1"/>
        </p:nvSpPr>
        <p:spPr>
          <a:xfrm>
            <a:off x="4397984" y="1828797"/>
            <a:ext cx="64159" cy="5067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BC030E-3C3A-ED00-5BC0-ADF1A8DA1CB8}"/>
              </a:ext>
            </a:extLst>
          </p:cNvPr>
          <p:cNvCxnSpPr>
            <a:cxnSpLocks/>
          </p:cNvCxnSpPr>
          <p:nvPr userDrawn="1"/>
        </p:nvCxnSpPr>
        <p:spPr>
          <a:xfrm>
            <a:off x="4436670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9A07C8-DE4C-EC57-93F9-CA4D7DE0CACF}"/>
              </a:ext>
            </a:extLst>
          </p:cNvPr>
          <p:cNvCxnSpPr>
            <a:cxnSpLocks/>
          </p:cNvCxnSpPr>
          <p:nvPr userDrawn="1"/>
        </p:nvCxnSpPr>
        <p:spPr>
          <a:xfrm>
            <a:off x="248564" y="1834387"/>
            <a:ext cx="4169664" cy="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B755DB-0B30-E551-8B59-B47FB56001CF}"/>
              </a:ext>
            </a:extLst>
          </p:cNvPr>
          <p:cNvSpPr/>
          <p:nvPr userDrawn="1"/>
        </p:nvSpPr>
        <p:spPr>
          <a:xfrm rot="16200000">
            <a:off x="-1101807" y="1328818"/>
            <a:ext cx="6874329" cy="421669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417442" y="-1"/>
            <a:ext cx="1828799" cy="1828799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B3B078-AE9F-CEF2-C250-C1FBCF42D4AE}"/>
              </a:ext>
            </a:extLst>
          </p:cNvPr>
          <p:cNvCxnSpPr>
            <a:cxnSpLocks/>
          </p:cNvCxnSpPr>
          <p:nvPr userDrawn="1"/>
        </p:nvCxnSpPr>
        <p:spPr>
          <a:xfrm>
            <a:off x="227012" y="-2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56A5067-7143-C2F4-3CD3-979AC6FEB1EC}"/>
              </a:ext>
            </a:extLst>
          </p:cNvPr>
          <p:cNvSpPr/>
          <p:nvPr userDrawn="1"/>
        </p:nvSpPr>
        <p:spPr>
          <a:xfrm>
            <a:off x="1195748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stCxn id="15" idx="0"/>
            <a:endCxn id="15" idx="4"/>
          </p:cNvCxnSpPr>
          <p:nvPr userDrawn="1"/>
        </p:nvCxnSpPr>
        <p:spPr>
          <a:xfrm>
            <a:off x="2331842" y="-1"/>
            <a:ext cx="0" cy="1828799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8627E-5CEF-13DD-6955-6D64856EF624}"/>
              </a:ext>
            </a:extLst>
          </p:cNvPr>
          <p:cNvSpPr/>
          <p:nvPr userDrawn="1"/>
        </p:nvSpPr>
        <p:spPr>
          <a:xfrm>
            <a:off x="-12796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CB1DB1-FB57-DFC8-F190-D2AAD4A0936B}"/>
              </a:ext>
            </a:extLst>
          </p:cNvPr>
          <p:cNvSpPr/>
          <p:nvPr userDrawn="1"/>
        </p:nvSpPr>
        <p:spPr>
          <a:xfrm>
            <a:off x="4437785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011D01-9DEA-F1B0-2E06-A440FD11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4A4D4E2-7C46-84C0-C0B4-C32348A2E6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8564" y="1851656"/>
            <a:ext cx="4148048" cy="5006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3DC07-5BCE-8496-87CB-198D5AB240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3F7C2-E7BD-3163-0706-E241775172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971946" y="6400801"/>
            <a:ext cx="6216301" cy="32067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F31A8-379D-8648-3CFE-E716041D45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544403" y="6400801"/>
            <a:ext cx="1107518" cy="320675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84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and blue gradient&#10;&#10;Description automatically generated">
            <a:extLst>
              <a:ext uri="{FF2B5EF4-FFF2-40B4-BE49-F238E27FC236}">
                <a16:creationId xmlns:a16="http://schemas.microsoft.com/office/drawing/2014/main" id="{360E92AE-B631-40E4-A120-4A67BCD64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E6C384-7FF2-1326-12EF-10A704BFB0A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F0E4B6A-4816-9628-11B5-C42E36C41D91}"/>
              </a:ext>
            </a:extLst>
          </p:cNvPr>
          <p:cNvSpPr/>
          <p:nvPr userDrawn="1"/>
        </p:nvSpPr>
        <p:spPr>
          <a:xfrm>
            <a:off x="-87028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923640 w 923640"/>
              <a:gd name="connsiteY1" fmla="*/ 876300 h 1752600"/>
              <a:gd name="connsiteX2" fmla="*/ 47340 w 923640"/>
              <a:gd name="connsiteY2" fmla="*/ 1752600 h 1752600"/>
              <a:gd name="connsiteX3" fmla="*/ 0 w 923640"/>
              <a:gd name="connsiteY3" fmla="*/ 1747828 h 1752600"/>
              <a:gd name="connsiteX4" fmla="*/ 0 w 923640"/>
              <a:gd name="connsiteY4" fmla="*/ 4772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304005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5BD65D-46F2-D44C-1D6F-FF72FEA2F6F9}"/>
              </a:ext>
            </a:extLst>
          </p:cNvPr>
          <p:cNvSpPr/>
          <p:nvPr userDrawn="1"/>
        </p:nvSpPr>
        <p:spPr>
          <a:xfrm flipH="1">
            <a:off x="11352212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0 w 923640"/>
              <a:gd name="connsiteY1" fmla="*/ 4772 h 1752600"/>
              <a:gd name="connsiteX2" fmla="*/ 0 w 923640"/>
              <a:gd name="connsiteY2" fmla="*/ 1747828 h 1752600"/>
              <a:gd name="connsiteX3" fmla="*/ 47340 w 923640"/>
              <a:gd name="connsiteY3" fmla="*/ 1752600 h 1752600"/>
              <a:gd name="connsiteX4" fmla="*/ 923640 w 923640"/>
              <a:gd name="connsiteY4" fmla="*/ 876300 h 1752600"/>
              <a:gd name="connsiteX5" fmla="*/ 47340 w 923640"/>
              <a:gd name="connsiteY5" fmla="*/ 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656219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EF488FC-CF1D-66BE-CF0A-C0042143933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86141" y="304800"/>
            <a:ext cx="10816542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>
              <a:lnSpc>
                <a:spcPct val="125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pink sky&#10;&#10;Description automatically generated">
            <a:extLst>
              <a:ext uri="{FF2B5EF4-FFF2-40B4-BE49-F238E27FC236}">
                <a16:creationId xmlns:a16="http://schemas.microsoft.com/office/drawing/2014/main" id="{0C2BC05D-EC60-D86D-C5CC-F3D4B55F14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3F2A6-DEC2-394A-3044-2032CF60B5AD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4800BB6-9A67-E776-4697-AD16A57E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>
            <a:normAutofit/>
          </a:bodyPr>
          <a:lstStyle>
            <a:lvl1pPr marL="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26645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329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79936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6581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9AF5368-6359-DE88-48EA-377AD855CA6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236987" y="1981200"/>
            <a:ext cx="4886324" cy="43434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94455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865769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75E8EA-8F83-0788-D36C-1073DCABAF14}"/>
              </a:ext>
            </a:extLst>
          </p:cNvPr>
          <p:cNvCxnSpPr/>
          <p:nvPr userDrawn="1"/>
        </p:nvCxnSpPr>
        <p:spPr>
          <a:xfrm>
            <a:off x="3032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55FD68-717E-A334-18EE-66D76FF8157C}"/>
              </a:ext>
            </a:extLst>
          </p:cNvPr>
          <p:cNvCxnSpPr/>
          <p:nvPr userDrawn="1"/>
        </p:nvCxnSpPr>
        <p:spPr>
          <a:xfrm>
            <a:off x="11885613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6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42048D30-2D2E-3A6A-D11B-C1A5A51F7D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CAF34-A82A-A1DD-6D4D-6787B3F87517}"/>
              </a:ext>
            </a:extLst>
          </p:cNvPr>
          <p:cNvSpPr/>
          <p:nvPr userDrawn="1"/>
        </p:nvSpPr>
        <p:spPr>
          <a:xfrm>
            <a:off x="-1" y="0"/>
            <a:ext cx="12188825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908550C-451A-73E6-F0EA-1617893DF0C8}"/>
              </a:ext>
            </a:extLst>
          </p:cNvPr>
          <p:cNvSpPr/>
          <p:nvPr userDrawn="1"/>
        </p:nvSpPr>
        <p:spPr>
          <a:xfrm>
            <a:off x="-87028" y="2781301"/>
            <a:ext cx="771240" cy="1295400"/>
          </a:xfrm>
          <a:custGeom>
            <a:avLst/>
            <a:gdLst>
              <a:gd name="connsiteX0" fmla="*/ 123540 w 771240"/>
              <a:gd name="connsiteY0" fmla="*/ 0 h 1295400"/>
              <a:gd name="connsiteX1" fmla="*/ 771240 w 771240"/>
              <a:gd name="connsiteY1" fmla="*/ 647700 h 1295400"/>
              <a:gd name="connsiteX2" fmla="*/ 123540 w 771240"/>
              <a:gd name="connsiteY2" fmla="*/ 1295400 h 1295400"/>
              <a:gd name="connsiteX3" fmla="*/ 0 w 771240"/>
              <a:gd name="connsiteY3" fmla="*/ 1282946 h 1295400"/>
              <a:gd name="connsiteX4" fmla="*/ 0 w 771240"/>
              <a:gd name="connsiteY4" fmla="*/ 12454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1240" h="129540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424792-66B9-860A-8C03-D592C1A734A5}"/>
              </a:ext>
            </a:extLst>
          </p:cNvPr>
          <p:cNvCxnSpPr>
            <a:cxnSpLocks/>
          </p:cNvCxnSpPr>
          <p:nvPr userDrawn="1"/>
        </p:nvCxnSpPr>
        <p:spPr>
          <a:xfrm>
            <a:off x="6842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C23024A-D4BC-7F60-AF3F-522B93E157AB}"/>
              </a:ext>
            </a:extLst>
          </p:cNvPr>
          <p:cNvSpPr/>
          <p:nvPr userDrawn="1"/>
        </p:nvSpPr>
        <p:spPr>
          <a:xfrm rot="5400000">
            <a:off x="227013" y="3086103"/>
            <a:ext cx="228600" cy="68579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8B8BC-3391-B191-16D3-444A3F20879D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781301"/>
            <a:ext cx="68421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1E65DA-7165-AB68-BA79-BABAF694A000}"/>
              </a:ext>
            </a:extLst>
          </p:cNvPr>
          <p:cNvCxnSpPr>
            <a:cxnSpLocks/>
          </p:cNvCxnSpPr>
          <p:nvPr userDrawn="1"/>
        </p:nvCxnSpPr>
        <p:spPr>
          <a:xfrm flipH="1">
            <a:off x="-77788" y="4076701"/>
            <a:ext cx="762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04B172-AB62-FA59-6E1B-37B425F2354B}"/>
              </a:ext>
            </a:extLst>
          </p:cNvPr>
          <p:cNvCxnSpPr>
            <a:cxnSpLocks/>
          </p:cNvCxnSpPr>
          <p:nvPr userDrawn="1"/>
        </p:nvCxnSpPr>
        <p:spPr>
          <a:xfrm>
            <a:off x="115046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D9E1403-1845-38DF-069F-9D8F94EFFBA9}"/>
              </a:ext>
            </a:extLst>
          </p:cNvPr>
          <p:cNvSpPr/>
          <p:nvPr userDrawn="1"/>
        </p:nvSpPr>
        <p:spPr>
          <a:xfrm>
            <a:off x="11508467" y="2781301"/>
            <a:ext cx="758144" cy="1295400"/>
          </a:xfrm>
          <a:custGeom>
            <a:avLst/>
            <a:gdLst>
              <a:gd name="connsiteX0" fmla="*/ 647700 w 758144"/>
              <a:gd name="connsiteY0" fmla="*/ 0 h 1295400"/>
              <a:gd name="connsiteX1" fmla="*/ 758144 w 758144"/>
              <a:gd name="connsiteY1" fmla="*/ 11134 h 1295400"/>
              <a:gd name="connsiteX2" fmla="*/ 758144 w 758144"/>
              <a:gd name="connsiteY2" fmla="*/ 1284266 h 1295400"/>
              <a:gd name="connsiteX3" fmla="*/ 647700 w 758144"/>
              <a:gd name="connsiteY3" fmla="*/ 1295400 h 1295400"/>
              <a:gd name="connsiteX4" fmla="*/ 0 w 758144"/>
              <a:gd name="connsiteY4" fmla="*/ 647700 h 1295400"/>
              <a:gd name="connsiteX5" fmla="*/ 647700 w 758144"/>
              <a:gd name="connsiteY5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144" h="1295400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884942-14CB-65D2-3919-3DBD13D9C19D}"/>
              </a:ext>
            </a:extLst>
          </p:cNvPr>
          <p:cNvSpPr/>
          <p:nvPr userDrawn="1"/>
        </p:nvSpPr>
        <p:spPr>
          <a:xfrm rot="5400000">
            <a:off x="11737067" y="3091544"/>
            <a:ext cx="228600" cy="67491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20E5F9-F0F5-8AF0-8C5C-A6C4D91B05C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27813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3F1725-9EBE-B64D-1F6E-A5D438625B3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40767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5D507FC-1762-D6F8-4115-990CE55C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2" y="1984248"/>
            <a:ext cx="9601200" cy="3657600"/>
          </a:xfrm>
        </p:spPr>
        <p:txBody>
          <a:bodyPr lIns="0" anchor="t"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  <a:lvl2pPr marL="426645" indent="0">
              <a:lnSpc>
                <a:spcPct val="150000"/>
              </a:lnSpc>
              <a:buNone/>
              <a:defRPr sz="1600"/>
            </a:lvl2pPr>
            <a:lvl3pPr marL="853290" indent="0">
              <a:lnSpc>
                <a:spcPct val="150000"/>
              </a:lnSpc>
              <a:buNone/>
              <a:defRPr sz="1400"/>
            </a:lvl3pPr>
            <a:lvl4pPr marL="1279936" indent="0">
              <a:lnSpc>
                <a:spcPct val="150000"/>
              </a:lnSpc>
              <a:buNone/>
              <a:defRPr sz="1400"/>
            </a:lvl4pPr>
            <a:lvl5pPr marL="1706581" indent="0">
              <a:lnSpc>
                <a:spcPct val="150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352E20-11F2-9B72-F930-8D59DDCC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7A2614-2FA6-688B-D434-967D9B39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C5E6704-10FC-9DA2-14E9-A150775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545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024680CB-D79A-93CA-0002-28F6F89D1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09E4FA-5188-CBB0-D623-C65C526908EA}"/>
              </a:ext>
            </a:extLst>
          </p:cNvPr>
          <p:cNvSpPr/>
          <p:nvPr userDrawn="1"/>
        </p:nvSpPr>
        <p:spPr>
          <a:xfrm>
            <a:off x="-8042" y="0"/>
            <a:ext cx="12204908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0647996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cxnSpLocks/>
          </p:cNvCxnSpPr>
          <p:nvPr userDrawn="1"/>
        </p:nvCxnSpPr>
        <p:spPr>
          <a:xfrm>
            <a:off x="760412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FDF6779-CAF3-8674-B2F8-7C346FF365B8}"/>
              </a:ext>
            </a:extLst>
          </p:cNvPr>
          <p:cNvSpPr/>
          <p:nvPr userDrawn="1"/>
        </p:nvSpPr>
        <p:spPr>
          <a:xfrm>
            <a:off x="12989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3836FF-3B48-408A-4A9F-7C60F96DE0EA}"/>
              </a:ext>
            </a:extLst>
          </p:cNvPr>
          <p:cNvSpPr/>
          <p:nvPr userDrawn="1"/>
        </p:nvSpPr>
        <p:spPr>
          <a:xfrm>
            <a:off x="-16083" y="-2"/>
            <a:ext cx="12220991" cy="7010403"/>
          </a:xfrm>
          <a:custGeom>
            <a:avLst/>
            <a:gdLst>
              <a:gd name="connsiteX0" fmla="*/ 6110498 w 12220991"/>
              <a:gd name="connsiteY0" fmla="*/ 0 h 7010403"/>
              <a:gd name="connsiteX1" fmla="*/ 12163073 w 12220991"/>
              <a:gd name="connsiteY1" fmla="*/ 3016566 h 7010403"/>
              <a:gd name="connsiteX2" fmla="*/ 12220991 w 12220991"/>
              <a:gd name="connsiteY2" fmla="*/ 3352802 h 7010403"/>
              <a:gd name="connsiteX3" fmla="*/ 12204908 w 12220991"/>
              <a:gd name="connsiteY3" fmla="*/ 3352802 h 7010403"/>
              <a:gd name="connsiteX4" fmla="*/ 12204908 w 12220991"/>
              <a:gd name="connsiteY4" fmla="*/ 7010403 h 7010403"/>
              <a:gd name="connsiteX5" fmla="*/ 0 w 12220991"/>
              <a:gd name="connsiteY5" fmla="*/ 7010403 h 7010403"/>
              <a:gd name="connsiteX6" fmla="*/ 0 w 12220991"/>
              <a:gd name="connsiteY6" fmla="*/ 3276603 h 7010403"/>
              <a:gd name="connsiteX7" fmla="*/ 13127 w 12220991"/>
              <a:gd name="connsiteY7" fmla="*/ 3276603 h 7010403"/>
              <a:gd name="connsiteX8" fmla="*/ 57919 w 12220991"/>
              <a:gd name="connsiteY8" fmla="*/ 3016567 h 7010403"/>
              <a:gd name="connsiteX9" fmla="*/ 6110498 w 12220991"/>
              <a:gd name="connsiteY9" fmla="*/ 0 h 701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991" h="7010403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7D644E-5B96-8668-75A4-77350D1E4DE3}"/>
              </a:ext>
            </a:extLst>
          </p:cNvPr>
          <p:cNvCxnSpPr>
            <a:cxnSpLocks/>
          </p:cNvCxnSpPr>
          <p:nvPr userDrawn="1"/>
        </p:nvCxnSpPr>
        <p:spPr>
          <a:xfrm>
            <a:off x="11428413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57DAB-E85F-534C-B513-0FFB30A7962B}"/>
              </a:ext>
            </a:extLst>
          </p:cNvPr>
          <p:cNvSpPr/>
          <p:nvPr userDrawn="1"/>
        </p:nvSpPr>
        <p:spPr>
          <a:xfrm>
            <a:off x="660689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EE894C-4E53-027C-D966-0B58D5E76FF5}"/>
              </a:ext>
            </a:extLst>
          </p:cNvPr>
          <p:cNvSpPr/>
          <p:nvPr userDrawn="1"/>
        </p:nvSpPr>
        <p:spPr>
          <a:xfrm>
            <a:off x="11314113" y="-2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2B77A3-41F2-9349-5DBB-980F5FAE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 l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AF499E1-2C86-CFBE-1820-ABB1088DD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2933696"/>
            <a:ext cx="4114801" cy="339090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defRPr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712395" lvl="1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39040" lvl="2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565686" lvl="3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992331" lvl="4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3EF8FBE-F098-2A42-B8E4-37ABADF3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84AC3D2-5C3F-725F-A6D5-310C5F10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D3723-C818-DF8D-C62C-658AB7C6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64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9A6811FF-B289-D1C1-9492-A1E1FF2F4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C2E56C3-4554-32FE-5BBA-F0FA1C5714F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04DC43-42C6-54AA-CB2E-44F918CA9EC4}"/>
              </a:ext>
            </a:extLst>
          </p:cNvPr>
          <p:cNvCxnSpPr>
            <a:cxnSpLocks/>
          </p:cNvCxnSpPr>
          <p:nvPr userDrawn="1"/>
        </p:nvCxnSpPr>
        <p:spPr>
          <a:xfrm>
            <a:off x="1888171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7570EE1-995F-34F5-7970-8D8205B0A11D}"/>
              </a:ext>
            </a:extLst>
          </p:cNvPr>
          <p:cNvSpPr/>
          <p:nvPr userDrawn="1"/>
        </p:nvSpPr>
        <p:spPr>
          <a:xfrm>
            <a:off x="1888171" y="2781301"/>
            <a:ext cx="1295400" cy="12954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FF4FB-AC0B-930C-4493-5B2496935BCC}"/>
              </a:ext>
            </a:extLst>
          </p:cNvPr>
          <p:cNvCxnSpPr>
            <a:cxnSpLocks/>
          </p:cNvCxnSpPr>
          <p:nvPr userDrawn="1"/>
        </p:nvCxnSpPr>
        <p:spPr>
          <a:xfrm>
            <a:off x="3197223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0B5A4-8993-CFE3-872C-25245E86AF5F}"/>
              </a:ext>
            </a:extLst>
          </p:cNvPr>
          <p:cNvSpPr/>
          <p:nvPr userDrawn="1"/>
        </p:nvSpPr>
        <p:spPr>
          <a:xfrm rot="5400000">
            <a:off x="1483517" y="1829595"/>
            <a:ext cx="228600" cy="319881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2D02A7-ACBB-2A4A-E80E-3695AEE1EA39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2764972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253D06-2E4F-FDB2-2A3F-DA2669723C5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4076701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0F3BD93E-08BC-3F82-9517-49CEBB18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lIns="0" anchor="ctr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lIns="0" t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296C73-5B8A-9BB0-1F3E-1AAE9474E2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lIns="0" t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479" y="6400801"/>
            <a:ext cx="1951734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7146" y="6400801"/>
            <a:ext cx="1642250" cy="320675"/>
          </a:xfrm>
        </p:spPr>
        <p:txBody>
          <a:bodyPr/>
          <a:lstStyle/>
          <a:p>
            <a:fld id="{DA60BA0E-20D0-4E7C-B286-26C960A6788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439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pink sky&#10;&#10;Description automatically generated">
            <a:extLst>
              <a:ext uri="{FF2B5EF4-FFF2-40B4-BE49-F238E27FC236}">
                <a16:creationId xmlns:a16="http://schemas.microsoft.com/office/drawing/2014/main" id="{844CB249-B396-2424-01D1-4D97637BD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4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1599CA-3580-F2AA-3558-F152F50C2864}"/>
              </a:ext>
            </a:extLst>
          </p:cNvPr>
          <p:cNvSpPr/>
          <p:nvPr userDrawn="1"/>
        </p:nvSpPr>
        <p:spPr>
          <a:xfrm>
            <a:off x="2665412" y="0"/>
            <a:ext cx="6858000" cy="6858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3F185EB-A6B1-4EAC-BA12-CB81DF7C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 anchor="b">
            <a:normAutofit/>
          </a:bodyPr>
          <a:lstStyle>
            <a:lvl1pPr algn="ctr">
              <a:defRPr sz="54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638E9B-20FA-F77F-C8FB-BF50CBB8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197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79" r:id="rId2"/>
    <p:sldLayoutId id="2147483702" r:id="rId3"/>
    <p:sldLayoutId id="2147483701" r:id="rId4"/>
    <p:sldLayoutId id="2147483698" r:id="rId5"/>
    <p:sldLayoutId id="2147483663" r:id="rId6"/>
    <p:sldLayoutId id="2147483688" r:id="rId7"/>
    <p:sldLayoutId id="2147483665" r:id="rId8"/>
    <p:sldLayoutId id="2147483700" r:id="rId9"/>
    <p:sldLayoutId id="2147483695" r:id="rId10"/>
    <p:sldLayoutId id="2147483690" r:id="rId11"/>
    <p:sldLayoutId id="2147483699" r:id="rId12"/>
    <p:sldLayoutId id="2147483704" r:id="rId13"/>
  </p:sldLayoutIdLst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/>
          <a:lstStyle/>
          <a:p>
            <a:r>
              <a:rPr lang="en-IN" dirty="0"/>
              <a:t>Emerging Technologies in Computer Science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Shreena Solia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808" y="685800"/>
            <a:ext cx="5181600" cy="1828800"/>
          </a:xfrm>
        </p:spPr>
        <p:txBody>
          <a:bodyPr>
            <a:noAutofit/>
          </a:bodyPr>
          <a:lstStyle/>
          <a:p>
            <a:r>
              <a:rPr lang="en-IN" dirty="0"/>
              <a:t>What Are Emerging Technologies?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808" y="2667001"/>
            <a:ext cx="5181595" cy="3352800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Emerging technologies are </a:t>
            </a:r>
            <a:r>
              <a:rPr lang="en-IN" b="1" dirty="0"/>
              <a:t>innovations that are still developing</a:t>
            </a:r>
            <a:r>
              <a:rPr lang="en-IN" dirty="0"/>
              <a:t> but have the potential to </a:t>
            </a:r>
            <a:r>
              <a:rPr lang="en-IN" b="1" dirty="0"/>
              <a:t>transform industries and society</a:t>
            </a:r>
            <a:r>
              <a:rPr lang="en-IN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Examples include </a:t>
            </a:r>
            <a:r>
              <a:rPr lang="en-IN" b="1" dirty="0"/>
              <a:t>Artificial Intelligence</a:t>
            </a:r>
            <a:r>
              <a:rPr lang="en-IN" dirty="0"/>
              <a:t>, </a:t>
            </a:r>
            <a:r>
              <a:rPr lang="en-IN" b="1" dirty="0"/>
              <a:t>Blockchain</a:t>
            </a:r>
            <a:r>
              <a:rPr lang="en-IN" dirty="0"/>
              <a:t>, </a:t>
            </a:r>
            <a:r>
              <a:rPr lang="en-IN" b="1" dirty="0"/>
              <a:t>Quantum Computing</a:t>
            </a:r>
            <a:r>
              <a:rPr lang="en-IN" dirty="0"/>
              <a:t>, </a:t>
            </a:r>
            <a:r>
              <a:rPr lang="en-IN" b="1" dirty="0"/>
              <a:t>IoT</a:t>
            </a:r>
            <a:r>
              <a:rPr lang="en-IN" dirty="0"/>
              <a:t>, and </a:t>
            </a:r>
            <a:r>
              <a:rPr lang="en-IN" b="1" dirty="0"/>
              <a:t>Cloud Computing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technologies drive </a:t>
            </a:r>
            <a:r>
              <a:rPr lang="en-IN" b="1" dirty="0"/>
              <a:t>efficiency, creativity, and global progress</a:t>
            </a:r>
            <a:r>
              <a:rPr lang="en-IN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0D2A9-4F46-6139-CAD9-1811155D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F71810F-003F-5401-A1B6-74D5410188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" b="1536"/>
          <a:stretch>
            <a:fillRect/>
          </a:stretch>
        </p:blipFill>
        <p:spPr>
          <a:custGeom>
            <a:avLst/>
            <a:gdLst>
              <a:gd name="connsiteX0" fmla="*/ 0 w 3944303"/>
              <a:gd name="connsiteY0" fmla="*/ 6402705 h 6822059"/>
              <a:gd name="connsiteX1" fmla="*/ 3944303 w 3944303"/>
              <a:gd name="connsiteY1" fmla="*/ 6402705 h 6822059"/>
              <a:gd name="connsiteX2" fmla="*/ 3944303 w 3944303"/>
              <a:gd name="connsiteY2" fmla="*/ 6822059 h 6822059"/>
              <a:gd name="connsiteX3" fmla="*/ 0 w 3944303"/>
              <a:gd name="connsiteY3" fmla="*/ 6822059 h 6822059"/>
              <a:gd name="connsiteX4" fmla="*/ 0 w 3944303"/>
              <a:gd name="connsiteY4" fmla="*/ 457200 h 6822059"/>
              <a:gd name="connsiteX5" fmla="*/ 3944303 w 3944303"/>
              <a:gd name="connsiteY5" fmla="*/ 457200 h 6822059"/>
              <a:gd name="connsiteX6" fmla="*/ 3944303 w 3944303"/>
              <a:gd name="connsiteY6" fmla="*/ 6366129 h 6822059"/>
              <a:gd name="connsiteX7" fmla="*/ 0 w 3944303"/>
              <a:gd name="connsiteY7" fmla="*/ 6366129 h 6822059"/>
              <a:gd name="connsiteX8" fmla="*/ 0 w 3944303"/>
              <a:gd name="connsiteY8" fmla="*/ 0 h 6822059"/>
              <a:gd name="connsiteX9" fmla="*/ 3944303 w 3944303"/>
              <a:gd name="connsiteY9" fmla="*/ 0 h 6822059"/>
              <a:gd name="connsiteX10" fmla="*/ 3944303 w 3944303"/>
              <a:gd name="connsiteY10" fmla="*/ 420624 h 6822059"/>
              <a:gd name="connsiteX11" fmla="*/ 0 w 3944303"/>
              <a:gd name="connsiteY11" fmla="*/ 420624 h 682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4303" h="6822059">
                <a:moveTo>
                  <a:pt x="0" y="6402705"/>
                </a:moveTo>
                <a:lnTo>
                  <a:pt x="3944303" y="6402705"/>
                </a:lnTo>
                <a:lnTo>
                  <a:pt x="3944303" y="6822059"/>
                </a:lnTo>
                <a:lnTo>
                  <a:pt x="0" y="6822059"/>
                </a:lnTo>
                <a:close/>
                <a:moveTo>
                  <a:pt x="0" y="457200"/>
                </a:moveTo>
                <a:lnTo>
                  <a:pt x="3944303" y="457200"/>
                </a:lnTo>
                <a:lnTo>
                  <a:pt x="3944303" y="6366129"/>
                </a:lnTo>
                <a:lnTo>
                  <a:pt x="0" y="6366129"/>
                </a:lnTo>
                <a:close/>
                <a:moveTo>
                  <a:pt x="0" y="0"/>
                </a:moveTo>
                <a:lnTo>
                  <a:pt x="3944303" y="0"/>
                </a:lnTo>
                <a:lnTo>
                  <a:pt x="3944303" y="420624"/>
                </a:lnTo>
                <a:lnTo>
                  <a:pt x="0" y="42062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4" y="304800"/>
            <a:ext cx="7750516" cy="914401"/>
          </a:xfrm>
        </p:spPr>
        <p:txBody>
          <a:bodyPr/>
          <a:lstStyle/>
          <a:p>
            <a:r>
              <a:rPr lang="en-IN" dirty="0"/>
              <a:t>Artificial Intelligence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1371600"/>
            <a:ext cx="7750516" cy="4876799"/>
          </a:xfrm>
        </p:spPr>
        <p:txBody>
          <a:bodyPr vert="horz" lIns="91416" tIns="45708" rIns="91416" bIns="45708" rtlCol="0" anchor="t">
            <a:no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Definition:</a:t>
            </a:r>
            <a:r>
              <a:rPr lang="en-IN" dirty="0"/>
              <a:t> AI is the simulation of human intelligence in machines that can learn, reason, and make decisions.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Core Functions:</a:t>
            </a:r>
            <a:r>
              <a:rPr lang="en-IN" dirty="0"/>
              <a:t> Learning (from data), reasoning (problem‑solving), and self‑correction.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Applications: </a:t>
            </a:r>
            <a:endParaRPr lang="en-US" b="1" dirty="0"/>
          </a:p>
          <a:p>
            <a:pPr marL="34290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IN" dirty="0"/>
              <a:t>Chatbots and virtual assistants (e.g., Siri, Alexa)</a:t>
            </a:r>
          </a:p>
          <a:p>
            <a:pPr marL="34290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IN" dirty="0"/>
              <a:t>Recommendation systems (Netflix, Amazon)</a:t>
            </a:r>
          </a:p>
          <a:p>
            <a:pPr marL="34290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IN" dirty="0"/>
              <a:t>Autonomous vehicles and robotics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Impact:</a:t>
            </a:r>
            <a:r>
              <a:rPr lang="en-IN" dirty="0"/>
              <a:t> AI improves efficiency, reduces human effort, and enables smarter automation.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Future Scope:</a:t>
            </a:r>
            <a:r>
              <a:rPr lang="en-IN" dirty="0"/>
              <a:t> Expanding into healthcare, finance, education, and cybersecurity.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0C9AD-2E11-A113-E514-88624AFE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807" y="171451"/>
            <a:ext cx="5637210" cy="1028700"/>
          </a:xfrm>
        </p:spPr>
        <p:txBody>
          <a:bodyPr/>
          <a:lstStyle/>
          <a:p>
            <a:r>
              <a:rPr lang="en-IN" dirty="0"/>
              <a:t>Where AI Is Used Today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1295400"/>
            <a:ext cx="5637210" cy="19812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Virtual Assistants:</a:t>
            </a:r>
            <a:r>
              <a:rPr lang="en-IN" sz="1600" dirty="0"/>
              <a:t> Siri, Alexa, and Google Assistant help with daily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Healthcare:</a:t>
            </a:r>
            <a:r>
              <a:rPr lang="en-IN" sz="1600" dirty="0"/>
              <a:t> AI supports medical imaging, diagnosis, and drug discovery.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And other fields like </a:t>
            </a:r>
            <a:r>
              <a:rPr lang="en-IN" sz="1600" b="1" dirty="0"/>
              <a:t>Finance, Education, Transportation </a:t>
            </a:r>
            <a:r>
              <a:rPr lang="en-IN" sz="1600" dirty="0"/>
              <a:t>and </a:t>
            </a:r>
            <a:r>
              <a:rPr lang="en-IN" sz="1600" b="1" dirty="0"/>
              <a:t>Entertainment</a:t>
            </a:r>
            <a:r>
              <a:rPr lang="en-IN" sz="16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11086-9834-6634-D7AB-3C7FE49FC6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60CF2-E6FC-3522-0FDE-20DEA0125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0" b="8791"/>
          <a:stretch>
            <a:fillRect/>
          </a:stretch>
        </p:blipFill>
        <p:spPr>
          <a:xfrm>
            <a:off x="3465511" y="3371849"/>
            <a:ext cx="5257801" cy="328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2" y="533400"/>
            <a:ext cx="4343392" cy="914400"/>
          </a:xfrm>
        </p:spPr>
        <p:txBody>
          <a:bodyPr/>
          <a:lstStyle/>
          <a:p>
            <a:r>
              <a:rPr lang="en-IN" dirty="0"/>
              <a:t>Blockchain Overview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89104" y="1752600"/>
            <a:ext cx="8153400" cy="4224782"/>
          </a:xfr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IN" b="1" dirty="0"/>
              <a:t>Definition:</a:t>
            </a:r>
            <a:r>
              <a:rPr lang="en-IN" dirty="0"/>
              <a:t> blockchain is a decentralized digital ledger that records transactions across multiple computers securely.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Key features: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Transparency – everyone can view the records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Immutability – data cannot be altered once recorded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Security – uses cryptographic algorithms</a:t>
            </a:r>
          </a:p>
          <a:p>
            <a:pPr>
              <a:lnSpc>
                <a:spcPct val="120000"/>
              </a:lnSpc>
            </a:pPr>
            <a:r>
              <a:rPr lang="en-IN" b="1" dirty="0"/>
              <a:t>Applications: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Cryptocurrency (bitcoin, </a:t>
            </a:r>
            <a:r>
              <a:rPr lang="en-IN" dirty="0" err="1"/>
              <a:t>ethereum</a:t>
            </a:r>
            <a:r>
              <a:rPr lang="en-IN" dirty="0"/>
              <a:t>)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IN" dirty="0"/>
              <a:t>Supply chain tracking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56512-A465-45FD-8FF5-640C08FE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9149" y="457200"/>
            <a:ext cx="6692772" cy="990601"/>
          </a:xfrm>
        </p:spPr>
        <p:txBody>
          <a:bodyPr/>
          <a:lstStyle/>
          <a:p>
            <a:r>
              <a:rPr lang="en-IN" dirty="0"/>
              <a:t>Where Blockchain Is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9149" y="1524000"/>
            <a:ext cx="6679975" cy="4876800"/>
          </a:xfrm>
        </p:spPr>
        <p:txBody>
          <a:bodyPr vert="horz" lIns="91416" tIns="45708" rIns="91416" bIns="45708" rtlCol="0" anchor="t">
            <a:normAutofit fontScale="62500" lnSpcReduction="20000"/>
          </a:bodyPr>
          <a:lstStyle/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900" b="1" dirty="0"/>
              <a:t>Cryptocurrency:</a:t>
            </a:r>
            <a:r>
              <a:rPr lang="en-IN" sz="2900" dirty="0"/>
              <a:t> Secure transactions with Bitcoin, Ethereum, and other digital currencies.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900" b="1" dirty="0"/>
              <a:t>Supply Chain Management:</a:t>
            </a:r>
            <a:r>
              <a:rPr lang="en-IN" sz="2900" dirty="0"/>
              <a:t> Tracks goods from origin to delivery, ensuring transparency.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900" b="1" dirty="0"/>
              <a:t>Voting Systems:</a:t>
            </a:r>
            <a:r>
              <a:rPr lang="en-IN" sz="2900" dirty="0"/>
              <a:t> Provides tamper‑proof digital voting for fair elections.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900" b="1" dirty="0"/>
              <a:t>Digital Identity:</a:t>
            </a:r>
            <a:r>
              <a:rPr lang="en-IN" sz="2900" dirty="0"/>
              <a:t> Protects personal data with secure, verifiable identities.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900" b="1" dirty="0"/>
              <a:t>Smart Contracts:</a:t>
            </a:r>
            <a:r>
              <a:rPr lang="en-IN" sz="2900" dirty="0"/>
              <a:t> Self‑executing agreements coded on the blockchain.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2900" b="1" dirty="0"/>
              <a:t>Healthcare Records:</a:t>
            </a:r>
            <a:r>
              <a:rPr lang="en-IN" sz="2900" dirty="0"/>
              <a:t> Secure sharing of patient data across hospitals.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D085-E57E-3A04-1867-E62D75D5A0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F5A3523-1E9F-B22F-04B1-550EBB065DF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" b="20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41" y="304800"/>
            <a:ext cx="10816542" cy="14096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 vert="horz" lIns="91416" tIns="45708" rIns="91416" bIns="45708" rtlCol="0" anchor="t">
            <a:normAutofit/>
          </a:bodyPr>
          <a:lstStyle/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0EB7D1-7CD7-C7FC-356C-5B772F1FD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D9313D-68C1-2FB9-307F-FA5BFA55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7B9CF-9D00-90CD-C66A-C12991BB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CD8F-72A0-76DF-769D-3512E4F76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anchor="ctr"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DEDDB-0E5A-9780-2ACA-255A515C2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A7CA8-6C92-FE91-9366-0BE25887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56FF8-8CA8-8C48-C00C-E4F86208AE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298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B0E1F-F8E9-4314-03A5-16A5CA16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5CD9-0AF4-0FB8-7606-42939C38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807" y="171451"/>
            <a:ext cx="5637210" cy="1028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78A1E-9912-ED52-630D-1FC33F08CD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DD384-B124-49CB-5643-FC02118BC1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807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893E-907A-81E0-5FB3-EE151713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8AD9FB9-3144-1113-B327-7B522AFAB2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EC5940D-2553-0022-B5BF-B93CC11A23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800142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 vert="horz" lIns="91416" tIns="45708" rIns="91416" bIns="45708" rtlCol="0" anchor="t">
            <a:normAutofit/>
          </a:bodyPr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6A39EBF-3A5E-8022-1419-E37CB281B09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830685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anchor="ctr"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vert="horz" lIns="91416" tIns="45708" rIns="91416" bIns="45708" rtlCol="0" anchor="t"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anchor="t"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66D97-3A71-F83C-E1DE-8F2CB268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54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4" y="1524000"/>
            <a:ext cx="5330955" cy="2552700"/>
          </a:xfrm>
        </p:spPr>
        <p:txBody>
          <a:bodyPr>
            <a:norm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11019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ustom 100">
      <a:majorFont>
        <a:latin typeface="Niagara Soli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2787940_win32_LW_V5" id="{8846F80C-D74D-4F27-8214-E80518C56538}" vid="{42FAAABB-6154-447D-82D7-BB904B7291D0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275B5A-7993-4B5E-9459-F514F3EBE15D}">
  <ds:schemaRefs>
    <ds:schemaRef ds:uri="http://purl.org/dc/dcmitype/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1F051D4-1D3D-484E-9778-1C8141DF7C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BD8C90-A3BA-4A7A-B350-4B9A0D6525A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348</Words>
  <Application>Microsoft Office PowerPoint</Application>
  <PresentationFormat>Custom</PresentationFormat>
  <Paragraphs>49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Niagara Solid</vt:lpstr>
      <vt:lpstr>Custom</vt:lpstr>
      <vt:lpstr>Emerging Technologies in Computer Science Engineering</vt:lpstr>
      <vt:lpstr>What Are Emerging Technologies?</vt:lpstr>
      <vt:lpstr>Artificial Intelligence Overview</vt:lpstr>
      <vt:lpstr>Where AI Is Used Today</vt:lpstr>
      <vt:lpstr>Blockchain Overview</vt:lpstr>
      <vt:lpstr>Where Blockchain Is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Shreena</dc:creator>
  <cp:lastModifiedBy>Shreena Solia</cp:lastModifiedBy>
  <cp:revision>2</cp:revision>
  <dcterms:created xsi:type="dcterms:W3CDTF">2026-08-27T07:10:20Z</dcterms:created>
  <dcterms:modified xsi:type="dcterms:W3CDTF">2026-09-17T07:56:07Z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0x01010079F111ED35F8CC479449609E8A0923A6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ClassificationContentMarkingFooterText">
    <vt:lpwstr>Classified as Microsoft Confidential</vt:lpwstr>
  </property>
  <property fmtid="{D5CDD505-2E9C-101B-9397-08002B2CF9AE}" pid="9" name="MediaServiceImageTags">
    <vt:lpwstr/>
  </property>
</Properties>
</file>