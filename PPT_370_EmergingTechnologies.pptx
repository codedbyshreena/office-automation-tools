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6"/>
  </p:notesMasterIdLst>
  <p:handoutMasterIdLst>
    <p:handoutMasterId r:id="rId17"/>
  </p:handoutMasterIdLst>
  <p:sldIdLst>
    <p:sldId id="264" r:id="rId5"/>
    <p:sldId id="277" r:id="rId6"/>
    <p:sldId id="275" r:id="rId7"/>
    <p:sldId id="293" r:id="rId8"/>
    <p:sldId id="288" r:id="rId9"/>
    <p:sldId id="262" r:id="rId10"/>
    <p:sldId id="286" r:id="rId11"/>
    <p:sldId id="304" r:id="rId12"/>
    <p:sldId id="303" r:id="rId13"/>
    <p:sldId id="294" r:id="rId14"/>
    <p:sldId id="298" r:id="rId15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9" pos="3839" userDrawn="1">
          <p15:clr>
            <a:srgbClr val="A4A3A4"/>
          </p15:clr>
        </p15:guide>
        <p15:guide id="10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39E10A-5450-46C1-8B96-290942955DEC}" v="117" dt="2026-09-19T16:16:03.149"/>
  </p1510:revLst>
</p1510:revInfo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340" autoAdjust="0"/>
  </p:normalViewPr>
  <p:slideViewPr>
    <p:cSldViewPr showGuides="1">
      <p:cViewPr varScale="1">
        <p:scale>
          <a:sx n="70" d="100"/>
          <a:sy n="70" d="100"/>
        </p:scale>
        <p:origin x="536" y="48"/>
      </p:cViewPr>
      <p:guideLst>
        <p:guide pos="3839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>
      <p:cViewPr varScale="1">
        <p:scale>
          <a:sx n="73" d="100"/>
          <a:sy n="73" d="100"/>
        </p:scale>
        <p:origin x="2232" y="29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reena Solia" userId="ce99177b26c586f9" providerId="LiveId" clId="{1F1047B7-353E-4D5F-BD1C-2AC2A6DBBBA4}"/>
    <pc:docChg chg="undo custSel addSld delSld modSld sldOrd modMainMaster">
      <pc:chgData name="Shreena Solia" userId="ce99177b26c586f9" providerId="LiveId" clId="{1F1047B7-353E-4D5F-BD1C-2AC2A6DBBBA4}" dt="2026-09-19T16:16:03.149" v="596"/>
      <pc:docMkLst>
        <pc:docMk/>
      </pc:docMkLst>
      <pc:sldChg chg="addSp delSp modSp mod modTransition modAnim">
        <pc:chgData name="Shreena Solia" userId="ce99177b26c586f9" providerId="LiveId" clId="{1F1047B7-353E-4D5F-BD1C-2AC2A6DBBBA4}" dt="2026-09-19T16:15:23.828" v="588"/>
        <pc:sldMkLst>
          <pc:docMk/>
          <pc:sldMk cId="1593920805" sldId="262"/>
        </pc:sldMkLst>
        <pc:spChg chg="mod">
          <ac:chgData name="Shreena Solia" userId="ce99177b26c586f9" providerId="LiveId" clId="{1F1047B7-353E-4D5F-BD1C-2AC2A6DBBBA4}" dt="2026-08-27T07:58:29.574" v="403" actId="1076"/>
          <ac:spMkLst>
            <pc:docMk/>
            <pc:sldMk cId="1593920805" sldId="262"/>
            <ac:spMk id="2" creationId="{75031FE9-9059-4FE8-B4AC-9771F23A1B89}"/>
          </ac:spMkLst>
        </pc:spChg>
        <pc:spChg chg="mod">
          <ac:chgData name="Shreena Solia" userId="ce99177b26c586f9" providerId="LiveId" clId="{1F1047B7-353E-4D5F-BD1C-2AC2A6DBBBA4}" dt="2026-08-27T07:59:55.140" v="441" actId="120"/>
          <ac:spMkLst>
            <pc:docMk/>
            <pc:sldMk cId="1593920805" sldId="262"/>
            <ac:spMk id="3" creationId="{D4A2EB3F-4D60-451F-8F45-7D6654D2FCD9}"/>
          </ac:spMkLst>
        </pc:spChg>
        <pc:picChg chg="add mod ord">
          <ac:chgData name="Shreena Solia" userId="ce99177b26c586f9" providerId="LiveId" clId="{1F1047B7-353E-4D5F-BD1C-2AC2A6DBBBA4}" dt="2026-08-27T08:00:55.387" v="443" actId="931"/>
          <ac:picMkLst>
            <pc:docMk/>
            <pc:sldMk cId="1593920805" sldId="262"/>
            <ac:picMk id="8" creationId="{3F5A3523-1E9F-B22F-04B1-550EBB065DFA}"/>
          </ac:picMkLst>
        </pc:picChg>
      </pc:sldChg>
      <pc:sldChg chg="modSp mod modTransition modAnim">
        <pc:chgData name="Shreena Solia" userId="ce99177b26c586f9" providerId="LiveId" clId="{1F1047B7-353E-4D5F-BD1C-2AC2A6DBBBA4}" dt="2026-09-19T16:13:57.031" v="582"/>
        <pc:sldMkLst>
          <pc:docMk/>
          <pc:sldMk cId="3650340329" sldId="264"/>
        </pc:sldMkLst>
        <pc:spChg chg="mod">
          <ac:chgData name="Shreena Solia" userId="ce99177b26c586f9" providerId="LiveId" clId="{1F1047B7-353E-4D5F-BD1C-2AC2A6DBBBA4}" dt="2026-08-27T07:33:05.633" v="87" actId="113"/>
          <ac:spMkLst>
            <pc:docMk/>
            <pc:sldMk cId="3650340329" sldId="264"/>
            <ac:spMk id="2" creationId="{00000000-0000-0000-0000-000000000000}"/>
          </ac:spMkLst>
        </pc:spChg>
      </pc:sldChg>
      <pc:sldChg chg="modSp mod modTransition modAnim">
        <pc:chgData name="Shreena Solia" userId="ce99177b26c586f9" providerId="LiveId" clId="{1F1047B7-353E-4D5F-BD1C-2AC2A6DBBBA4}" dt="2026-09-19T16:14:06.435" v="583"/>
        <pc:sldMkLst>
          <pc:docMk/>
          <pc:sldMk cId="920173932" sldId="275"/>
        </pc:sldMkLst>
        <pc:spChg chg="mod">
          <ac:chgData name="Shreena Solia" userId="ce99177b26c586f9" providerId="LiveId" clId="{1F1047B7-353E-4D5F-BD1C-2AC2A6DBBBA4}" dt="2026-08-27T07:38:11.416" v="138" actId="1076"/>
          <ac:spMkLst>
            <pc:docMk/>
            <pc:sldMk cId="920173932" sldId="275"/>
            <ac:spMk id="2" creationId="{38FFA191-5CCC-43CB-BD83-4F80ED362608}"/>
          </ac:spMkLst>
        </pc:spChg>
        <pc:spChg chg="mod">
          <ac:chgData name="Shreena Solia" userId="ce99177b26c586f9" providerId="LiveId" clId="{1F1047B7-353E-4D5F-BD1C-2AC2A6DBBBA4}" dt="2026-08-27T07:38:16.967" v="139" actId="1076"/>
          <ac:spMkLst>
            <pc:docMk/>
            <pc:sldMk cId="920173932" sldId="275"/>
            <ac:spMk id="3" creationId="{E14BBEAF-B516-45F4-9EF6-A9F65111580F}"/>
          </ac:spMkLst>
        </pc:spChg>
      </pc:sldChg>
      <pc:sldChg chg="addSp delSp modSp mod modTransition modAnim">
        <pc:chgData name="Shreena Solia" userId="ce99177b26c586f9" providerId="LiveId" clId="{1F1047B7-353E-4D5F-BD1C-2AC2A6DBBBA4}" dt="2026-09-19T16:13:49.166" v="581"/>
        <pc:sldMkLst>
          <pc:docMk/>
          <pc:sldMk cId="2243494996" sldId="277"/>
        </pc:sldMkLst>
        <pc:spChg chg="mod">
          <ac:chgData name="Shreena Solia" userId="ce99177b26c586f9" providerId="LiveId" clId="{1F1047B7-353E-4D5F-BD1C-2AC2A6DBBBA4}" dt="2026-08-27T07:27:20.610" v="61"/>
          <ac:spMkLst>
            <pc:docMk/>
            <pc:sldMk cId="2243494996" sldId="277"/>
            <ac:spMk id="2" creationId="{6719F29B-F233-48AF-8261-F33A4E079E3E}"/>
          </ac:spMkLst>
        </pc:spChg>
        <pc:spChg chg="mod">
          <ac:chgData name="Shreena Solia" userId="ce99177b26c586f9" providerId="LiveId" clId="{1F1047B7-353E-4D5F-BD1C-2AC2A6DBBBA4}" dt="2026-08-27T07:30:23.015" v="78" actId="1076"/>
          <ac:spMkLst>
            <pc:docMk/>
            <pc:sldMk cId="2243494996" sldId="277"/>
            <ac:spMk id="3" creationId="{35E3EA69-4E0E-41BD-8095-A124225A2647}"/>
          </ac:spMkLst>
        </pc:spChg>
        <pc:picChg chg="add mod ord">
          <ac:chgData name="Shreena Solia" userId="ce99177b26c586f9" providerId="LiveId" clId="{1F1047B7-353E-4D5F-BD1C-2AC2A6DBBBA4}" dt="2026-08-27T07:26:22.997" v="58" actId="931"/>
          <ac:picMkLst>
            <pc:docMk/>
            <pc:sldMk cId="2243494996" sldId="277"/>
            <ac:picMk id="11" creationId="{AF71810F-003F-5401-A1B6-74D541018829}"/>
          </ac:picMkLst>
        </pc:picChg>
      </pc:sldChg>
      <pc:sldChg chg="addSp modSp mod modTransition modAnim">
        <pc:chgData name="Shreena Solia" userId="ce99177b26c586f9" providerId="LiveId" clId="{1F1047B7-353E-4D5F-BD1C-2AC2A6DBBBA4}" dt="2026-09-19T16:15:41.331" v="591"/>
        <pc:sldMkLst>
          <pc:docMk/>
          <pc:sldMk cId="4151694508" sldId="286"/>
        </pc:sldMkLst>
        <pc:spChg chg="mod">
          <ac:chgData name="Shreena Solia" userId="ce99177b26c586f9" providerId="LiveId" clId="{1F1047B7-353E-4D5F-BD1C-2AC2A6DBBBA4}" dt="2026-09-19T15:45:26.608" v="481"/>
          <ac:spMkLst>
            <pc:docMk/>
            <pc:sldMk cId="4151694508" sldId="286"/>
            <ac:spMk id="4" creationId="{FAD2AE59-5630-4D5C-83A9-4CDEF4D7DCFB}"/>
          </ac:spMkLst>
        </pc:spChg>
        <pc:spChg chg="mod">
          <ac:chgData name="Shreena Solia" userId="ce99177b26c586f9" providerId="LiveId" clId="{1F1047B7-353E-4D5F-BD1C-2AC2A6DBBBA4}" dt="2026-09-19T15:46:53.789" v="493" actId="12"/>
          <ac:spMkLst>
            <pc:docMk/>
            <pc:sldMk cId="4151694508" sldId="286"/>
            <ac:spMk id="6" creationId="{5A6B31B0-7B84-475D-961F-09C0191F91A2}"/>
          </ac:spMkLst>
        </pc:spChg>
        <pc:spChg chg="mod">
          <ac:chgData name="Shreena Solia" userId="ce99177b26c586f9" providerId="LiveId" clId="{1F1047B7-353E-4D5F-BD1C-2AC2A6DBBBA4}" dt="2026-09-19T15:48:14.757" v="497" actId="5793"/>
          <ac:spMkLst>
            <pc:docMk/>
            <pc:sldMk cId="4151694508" sldId="286"/>
            <ac:spMk id="11" creationId="{F60EB7D1-7CD7-C7FC-356C-5B772F1FDC30}"/>
          </ac:spMkLst>
        </pc:spChg>
        <pc:picChg chg="add mod">
          <ac:chgData name="Shreena Solia" userId="ce99177b26c586f9" providerId="LiveId" clId="{1F1047B7-353E-4D5F-BD1C-2AC2A6DBBBA4}" dt="2026-09-19T15:49:31.153" v="504" actId="1076"/>
          <ac:picMkLst>
            <pc:docMk/>
            <pc:sldMk cId="4151694508" sldId="286"/>
            <ac:picMk id="2" creationId="{AE9D156C-FA4E-689B-4071-33F00D3C35AB}"/>
          </ac:picMkLst>
        </pc:picChg>
      </pc:sldChg>
      <pc:sldChg chg="addSp delSp modSp mod modTransition modAnim">
        <pc:chgData name="Shreena Solia" userId="ce99177b26c586f9" providerId="LiveId" clId="{1F1047B7-353E-4D5F-BD1C-2AC2A6DBBBA4}" dt="2026-09-19T16:15:00.032" v="586"/>
        <pc:sldMkLst>
          <pc:docMk/>
          <pc:sldMk cId="1472106130" sldId="288"/>
        </pc:sldMkLst>
        <pc:spChg chg="mod">
          <ac:chgData name="Shreena Solia" userId="ce99177b26c586f9" providerId="LiveId" clId="{1F1047B7-353E-4D5F-BD1C-2AC2A6DBBBA4}" dt="2026-08-27T07:54:09.764" v="343" actId="1076"/>
          <ac:spMkLst>
            <pc:docMk/>
            <pc:sldMk cId="1472106130" sldId="288"/>
            <ac:spMk id="2" creationId="{39605AF1-623C-4E09-AB5D-8DD0571489F6}"/>
          </ac:spMkLst>
        </pc:spChg>
        <pc:spChg chg="mod">
          <ac:chgData name="Shreena Solia" userId="ce99177b26c586f9" providerId="LiveId" clId="{1F1047B7-353E-4D5F-BD1C-2AC2A6DBBBA4}" dt="2026-08-27T07:54:03.811" v="342" actId="1076"/>
          <ac:spMkLst>
            <pc:docMk/>
            <pc:sldMk cId="1472106130" sldId="288"/>
            <ac:spMk id="4" creationId="{AA132CBE-18C7-A51B-2E2A-84C26D44E592}"/>
          </ac:spMkLst>
        </pc:spChg>
      </pc:sldChg>
      <pc:sldChg chg="addSp modSp mod modTransition modAnim">
        <pc:chgData name="Shreena Solia" userId="ce99177b26c586f9" providerId="LiveId" clId="{1F1047B7-353E-4D5F-BD1C-2AC2A6DBBBA4}" dt="2026-09-19T16:14:35.901" v="585"/>
        <pc:sldMkLst>
          <pc:docMk/>
          <pc:sldMk cId="2436493926" sldId="293"/>
        </pc:sldMkLst>
        <pc:spChg chg="mod">
          <ac:chgData name="Shreena Solia" userId="ce99177b26c586f9" providerId="LiveId" clId="{1F1047B7-353E-4D5F-BD1C-2AC2A6DBBBA4}" dt="2026-08-27T07:39:14.384" v="142" actId="1076"/>
          <ac:spMkLst>
            <pc:docMk/>
            <pc:sldMk cId="2436493926" sldId="293"/>
            <ac:spMk id="2" creationId="{BCCAEE93-8585-46D4-A7EC-F184E317CB2E}"/>
          </ac:spMkLst>
        </pc:spChg>
        <pc:spChg chg="mod">
          <ac:chgData name="Shreena Solia" userId="ce99177b26c586f9" providerId="LiveId" clId="{1F1047B7-353E-4D5F-BD1C-2AC2A6DBBBA4}" dt="2026-08-27T07:48:23.673" v="285" actId="122"/>
          <ac:spMkLst>
            <pc:docMk/>
            <pc:sldMk cId="2436493926" sldId="293"/>
            <ac:spMk id="3" creationId="{24AFFC60-19C3-4901-93F7-7AAF4C09F8C6}"/>
          </ac:spMkLst>
        </pc:spChg>
        <pc:picChg chg="add mod modCrop">
          <ac:chgData name="Shreena Solia" userId="ce99177b26c586f9" providerId="LiveId" clId="{1F1047B7-353E-4D5F-BD1C-2AC2A6DBBBA4}" dt="2026-08-27T07:48:50.325" v="288" actId="1076"/>
          <ac:picMkLst>
            <pc:docMk/>
            <pc:sldMk cId="2436493926" sldId="293"/>
            <ac:picMk id="6" creationId="{E5E60CF2-E6FC-3522-0FDE-20DEA012560C}"/>
          </ac:picMkLst>
        </pc:picChg>
      </pc:sldChg>
      <pc:sldChg chg="modSp mod modTransition modAnim">
        <pc:chgData name="Shreena Solia" userId="ce99177b26c586f9" providerId="LiveId" clId="{1F1047B7-353E-4D5F-BD1C-2AC2A6DBBBA4}" dt="2026-09-19T16:16:03.149" v="596"/>
        <pc:sldMkLst>
          <pc:docMk/>
          <pc:sldMk cId="2578554952" sldId="294"/>
        </pc:sldMkLst>
        <pc:spChg chg="mod">
          <ac:chgData name="Shreena Solia" userId="ce99177b26c586f9" providerId="LiveId" clId="{1F1047B7-353E-4D5F-BD1C-2AC2A6DBBBA4}" dt="2026-09-19T16:01:42.014" v="530" actId="14100"/>
          <ac:spMkLst>
            <pc:docMk/>
            <pc:sldMk cId="2578554952" sldId="294"/>
            <ac:spMk id="2" creationId="{39605AF1-623C-4E09-AB5D-8DD0571489F6}"/>
          </ac:spMkLst>
        </pc:spChg>
        <pc:spChg chg="mod">
          <ac:chgData name="Shreena Solia" userId="ce99177b26c586f9" providerId="LiveId" clId="{1F1047B7-353E-4D5F-BD1C-2AC2A6DBBBA4}" dt="2026-09-19T16:02:30.492" v="538" actId="27636"/>
          <ac:spMkLst>
            <pc:docMk/>
            <pc:sldMk cId="2578554952" sldId="294"/>
            <ac:spMk id="3" creationId="{9B1DDDEF-20C4-4F65-BAC9-0A763DF7E02B}"/>
          </ac:spMkLst>
        </pc:spChg>
        <pc:spChg chg="mod">
          <ac:chgData name="Shreena Solia" userId="ce99177b26c586f9" providerId="LiveId" clId="{1F1047B7-353E-4D5F-BD1C-2AC2A6DBBBA4}" dt="2026-09-19T16:02:20.913" v="536" actId="27636"/>
          <ac:spMkLst>
            <pc:docMk/>
            <pc:sldMk cId="2578554952" sldId="294"/>
            <ac:spMk id="4" creationId="{AA132CBE-18C7-A51B-2E2A-84C26D44E592}"/>
          </ac:spMkLst>
        </pc:spChg>
      </pc:sldChg>
      <pc:sldChg chg="addSp delSp modSp del mod modTransition">
        <pc:chgData name="Shreena Solia" userId="ce99177b26c586f9" providerId="LiveId" clId="{1F1047B7-353E-4D5F-BD1C-2AC2A6DBBBA4}" dt="2026-09-19T16:01:20.571" v="528" actId="47"/>
        <pc:sldMkLst>
          <pc:docMk/>
          <pc:sldMk cId="3830685312" sldId="295"/>
        </pc:sldMkLst>
      </pc:sldChg>
      <pc:sldChg chg="modSp mod modTransition modAnim">
        <pc:chgData name="Shreena Solia" userId="ce99177b26c586f9" providerId="LiveId" clId="{1F1047B7-353E-4D5F-BD1C-2AC2A6DBBBA4}" dt="2026-09-19T16:08:01.688" v="577"/>
        <pc:sldMkLst>
          <pc:docMk/>
          <pc:sldMk cId="1711019939" sldId="298"/>
        </pc:sldMkLst>
        <pc:spChg chg="mod">
          <ac:chgData name="Shreena Solia" userId="ce99177b26c586f9" providerId="LiveId" clId="{1F1047B7-353E-4D5F-BD1C-2AC2A6DBBBA4}" dt="2026-09-19T16:07:52.929" v="576" actId="255"/>
          <ac:spMkLst>
            <pc:docMk/>
            <pc:sldMk cId="1711019939" sldId="298"/>
            <ac:spMk id="2" creationId="{BCCAEE93-8585-46D4-A7EC-F184E317CB2E}"/>
          </ac:spMkLst>
        </pc:spChg>
      </pc:sldChg>
      <pc:sldChg chg="modSp add mod ord modTransition modAnim">
        <pc:chgData name="Shreena Solia" userId="ce99177b26c586f9" providerId="LiveId" clId="{1F1047B7-353E-4D5F-BD1C-2AC2A6DBBBA4}" dt="2026-09-19T16:15:54.928" v="594"/>
        <pc:sldMkLst>
          <pc:docMk/>
          <pc:sldMk cId="1120807269" sldId="303"/>
        </pc:sldMkLst>
        <pc:spChg chg="mod">
          <ac:chgData name="Shreena Solia" userId="ce99177b26c586f9" providerId="LiveId" clId="{1F1047B7-353E-4D5F-BD1C-2AC2A6DBBBA4}" dt="2026-09-19T15:55:53.350" v="517" actId="1076"/>
          <ac:spMkLst>
            <pc:docMk/>
            <pc:sldMk cId="1120807269" sldId="303"/>
            <ac:spMk id="2" creationId="{C72A5CD9-0AF4-0FB8-7606-42939C3899DE}"/>
          </ac:spMkLst>
        </pc:spChg>
        <pc:spChg chg="mod">
          <ac:chgData name="Shreena Solia" userId="ce99177b26c586f9" providerId="LiveId" clId="{1F1047B7-353E-4D5F-BD1C-2AC2A6DBBBA4}" dt="2026-09-19T15:57:03.599" v="526" actId="27636"/>
          <ac:spMkLst>
            <pc:docMk/>
            <pc:sldMk cId="1120807269" sldId="303"/>
            <ac:spMk id="3" creationId="{B5078A1E-9912-ED52-630D-1FC33F08CDD7}"/>
          </ac:spMkLst>
        </pc:spChg>
      </pc:sldChg>
      <pc:sldChg chg="addSp delSp modSp add mod ord modTransition modAnim">
        <pc:chgData name="Shreena Solia" userId="ce99177b26c586f9" providerId="LiveId" clId="{1F1047B7-353E-4D5F-BD1C-2AC2A6DBBBA4}" dt="2026-09-19T16:15:49.918" v="593"/>
        <pc:sldMkLst>
          <pc:docMk/>
          <pc:sldMk cId="1034298867" sldId="304"/>
        </pc:sldMkLst>
        <pc:spChg chg="mod">
          <ac:chgData name="Shreena Solia" userId="ce99177b26c586f9" providerId="LiveId" clId="{1F1047B7-353E-4D5F-BD1C-2AC2A6DBBBA4}" dt="2026-09-19T15:49:55.436" v="505"/>
          <ac:spMkLst>
            <pc:docMk/>
            <pc:sldMk cId="1034298867" sldId="304"/>
            <ac:spMk id="2" creationId="{18D0CD8F-72A0-76DF-769D-3512E4F761C0}"/>
          </ac:spMkLst>
        </pc:spChg>
        <pc:spChg chg="mod">
          <ac:chgData name="Shreena Solia" userId="ce99177b26c586f9" providerId="LiveId" clId="{1F1047B7-353E-4D5F-BD1C-2AC2A6DBBBA4}" dt="2026-09-19T15:50:13.434" v="510" actId="5793"/>
          <ac:spMkLst>
            <pc:docMk/>
            <pc:sldMk cId="1034298867" sldId="304"/>
            <ac:spMk id="4" creationId="{11FDEDDB-0E5A-9780-2ACA-255A515C2254}"/>
          </ac:spMkLst>
        </pc:spChg>
        <pc:spChg chg="add mod">
          <ac:chgData name="Shreena Solia" userId="ce99177b26c586f9" providerId="LiveId" clId="{1F1047B7-353E-4D5F-BD1C-2AC2A6DBBBA4}" dt="2026-09-19T15:50:56.761" v="514" actId="12"/>
          <ac:spMkLst>
            <pc:docMk/>
            <pc:sldMk cId="1034298867" sldId="304"/>
            <ac:spMk id="6" creationId="{4A356FF8-8CA8-8C48-C00C-E4F86208AE74}"/>
          </ac:spMkLst>
        </pc:spChg>
      </pc:sldChg>
      <pc:sldChg chg="modSp add del mod ord">
        <pc:chgData name="Shreena Solia" userId="ce99177b26c586f9" providerId="LiveId" clId="{1F1047B7-353E-4D5F-BD1C-2AC2A6DBBBA4}" dt="2026-09-19T16:04:10.384" v="546" actId="2696"/>
        <pc:sldMkLst>
          <pc:docMk/>
          <pc:sldMk cId="1288060857" sldId="305"/>
        </pc:sldMkLst>
        <pc:spChg chg="mod">
          <ac:chgData name="Shreena Solia" userId="ce99177b26c586f9" providerId="LiveId" clId="{1F1047B7-353E-4D5F-BD1C-2AC2A6DBBBA4}" dt="2026-09-19T16:04:01.926" v="545" actId="6549"/>
          <ac:spMkLst>
            <pc:docMk/>
            <pc:sldMk cId="1288060857" sldId="305"/>
            <ac:spMk id="2" creationId="{15BD44B4-DC95-7E34-5179-A67BADCD51DF}"/>
          </ac:spMkLst>
        </pc:spChg>
        <pc:spChg chg="mod">
          <ac:chgData name="Shreena Solia" userId="ce99177b26c586f9" providerId="LiveId" clId="{1F1047B7-353E-4D5F-BD1C-2AC2A6DBBBA4}" dt="2026-09-19T16:02:58.275" v="543" actId="27636"/>
          <ac:spMkLst>
            <pc:docMk/>
            <pc:sldMk cId="1288060857" sldId="305"/>
            <ac:spMk id="4" creationId="{862F9C79-8297-AC0B-AAA2-BEFF9A9CD16F}"/>
          </ac:spMkLst>
        </pc:spChg>
        <pc:spChg chg="mod">
          <ac:chgData name="Shreena Solia" userId="ce99177b26c586f9" providerId="LiveId" clId="{1F1047B7-353E-4D5F-BD1C-2AC2A6DBBBA4}" dt="2026-09-19T16:03:01.643" v="544" actId="6549"/>
          <ac:spMkLst>
            <pc:docMk/>
            <pc:sldMk cId="1288060857" sldId="305"/>
            <ac:spMk id="6" creationId="{166623A9-CBB5-5220-FB35-083C6EA58236}"/>
          </ac:spMkLst>
        </pc:spChg>
      </pc:sldChg>
      <pc:sldChg chg="addSp delSp modSp add del mod ord modTransition">
        <pc:chgData name="Shreena Solia" userId="ce99177b26c586f9" providerId="LiveId" clId="{1F1047B7-353E-4D5F-BD1C-2AC2A6DBBBA4}" dt="2026-09-19T16:00:57.066" v="527" actId="47"/>
        <pc:sldMkLst>
          <pc:docMk/>
          <pc:sldMk cId="1800142194" sldId="305"/>
        </pc:sldMkLst>
      </pc:sldChg>
      <pc:sldMasterChg chg="modTransition modSldLayout">
        <pc:chgData name="Shreena Solia" userId="ce99177b26c586f9" providerId="LiveId" clId="{1F1047B7-353E-4D5F-BD1C-2AC2A6DBBBA4}" dt="2026-09-17T07:56:03.593" v="480"/>
        <pc:sldMasterMkLst>
          <pc:docMk/>
          <pc:sldMasterMk cId="1544047913" sldId="2147483660"/>
        </pc:sldMasterMkLst>
        <pc:sldLayoutChg chg="modTransition">
          <pc:chgData name="Shreena Solia" userId="ce99177b26c586f9" providerId="LiveId" clId="{1F1047B7-353E-4D5F-BD1C-2AC2A6DBBBA4}" dt="2026-09-17T07:56:03.593" v="480"/>
          <pc:sldLayoutMkLst>
            <pc:docMk/>
            <pc:sldMasterMk cId="1544047913" sldId="2147483660"/>
            <pc:sldLayoutMk cId="4196340225" sldId="2147483663"/>
          </pc:sldLayoutMkLst>
        </pc:sldLayoutChg>
        <pc:sldLayoutChg chg="modTransition">
          <pc:chgData name="Shreena Solia" userId="ce99177b26c586f9" providerId="LiveId" clId="{1F1047B7-353E-4D5F-BD1C-2AC2A6DBBBA4}" dt="2026-09-17T07:56:03.593" v="480"/>
          <pc:sldLayoutMkLst>
            <pc:docMk/>
            <pc:sldMasterMk cId="1544047913" sldId="2147483660"/>
            <pc:sldLayoutMk cId="355283013" sldId="2147483665"/>
          </pc:sldLayoutMkLst>
        </pc:sldLayoutChg>
        <pc:sldLayoutChg chg="modTransition">
          <pc:chgData name="Shreena Solia" userId="ce99177b26c586f9" providerId="LiveId" clId="{1F1047B7-353E-4D5F-BD1C-2AC2A6DBBBA4}" dt="2026-09-17T07:56:03.593" v="480"/>
          <pc:sldLayoutMkLst>
            <pc:docMk/>
            <pc:sldMasterMk cId="1544047913" sldId="2147483660"/>
            <pc:sldLayoutMk cId="1563524165" sldId="2147483679"/>
          </pc:sldLayoutMkLst>
        </pc:sldLayoutChg>
        <pc:sldLayoutChg chg="modTransition">
          <pc:chgData name="Shreena Solia" userId="ce99177b26c586f9" providerId="LiveId" clId="{1F1047B7-353E-4D5F-BD1C-2AC2A6DBBBA4}" dt="2026-09-17T07:56:03.593" v="480"/>
          <pc:sldLayoutMkLst>
            <pc:docMk/>
            <pc:sldMasterMk cId="1544047913" sldId="2147483660"/>
            <pc:sldLayoutMk cId="1309884451" sldId="2147483688"/>
          </pc:sldLayoutMkLst>
        </pc:sldLayoutChg>
        <pc:sldLayoutChg chg="modTransition">
          <pc:chgData name="Shreena Solia" userId="ce99177b26c586f9" providerId="LiveId" clId="{1F1047B7-353E-4D5F-BD1C-2AC2A6DBBBA4}" dt="2026-09-17T07:56:03.593" v="480"/>
          <pc:sldLayoutMkLst>
            <pc:docMk/>
            <pc:sldMasterMk cId="1544047913" sldId="2147483660"/>
            <pc:sldLayoutMk cId="1884464865" sldId="2147483690"/>
          </pc:sldLayoutMkLst>
        </pc:sldLayoutChg>
        <pc:sldLayoutChg chg="modTransition">
          <pc:chgData name="Shreena Solia" userId="ce99177b26c586f9" providerId="LiveId" clId="{1F1047B7-353E-4D5F-BD1C-2AC2A6DBBBA4}" dt="2026-09-17T07:56:03.593" v="480"/>
          <pc:sldLayoutMkLst>
            <pc:docMk/>
            <pc:sldMasterMk cId="1544047913" sldId="2147483660"/>
            <pc:sldLayoutMk cId="1231035317" sldId="2147483692"/>
          </pc:sldLayoutMkLst>
        </pc:sldLayoutChg>
        <pc:sldLayoutChg chg="modTransition">
          <pc:chgData name="Shreena Solia" userId="ce99177b26c586f9" providerId="LiveId" clId="{1F1047B7-353E-4D5F-BD1C-2AC2A6DBBBA4}" dt="2026-09-17T07:56:03.593" v="480"/>
          <pc:sldLayoutMkLst>
            <pc:docMk/>
            <pc:sldMasterMk cId="1544047913" sldId="2147483660"/>
            <pc:sldLayoutMk cId="2199545073" sldId="2147483695"/>
          </pc:sldLayoutMkLst>
        </pc:sldLayoutChg>
        <pc:sldLayoutChg chg="modTransition">
          <pc:chgData name="Shreena Solia" userId="ce99177b26c586f9" providerId="LiveId" clId="{1F1047B7-353E-4D5F-BD1C-2AC2A6DBBBA4}" dt="2026-09-17T07:56:03.593" v="480"/>
          <pc:sldLayoutMkLst>
            <pc:docMk/>
            <pc:sldMasterMk cId="1544047913" sldId="2147483660"/>
            <pc:sldLayoutMk cId="4045577202" sldId="2147483698"/>
          </pc:sldLayoutMkLst>
        </pc:sldLayoutChg>
        <pc:sldLayoutChg chg="modTransition">
          <pc:chgData name="Shreena Solia" userId="ce99177b26c586f9" providerId="LiveId" clId="{1F1047B7-353E-4D5F-BD1C-2AC2A6DBBBA4}" dt="2026-09-17T07:56:03.593" v="480"/>
          <pc:sldLayoutMkLst>
            <pc:docMk/>
            <pc:sldMasterMk cId="1544047913" sldId="2147483660"/>
            <pc:sldLayoutMk cId="3745439134" sldId="2147483699"/>
          </pc:sldLayoutMkLst>
        </pc:sldLayoutChg>
        <pc:sldLayoutChg chg="modTransition">
          <pc:chgData name="Shreena Solia" userId="ce99177b26c586f9" providerId="LiveId" clId="{1F1047B7-353E-4D5F-BD1C-2AC2A6DBBBA4}" dt="2026-09-17T07:56:03.593" v="480"/>
          <pc:sldLayoutMkLst>
            <pc:docMk/>
            <pc:sldMasterMk cId="1544047913" sldId="2147483660"/>
            <pc:sldLayoutMk cId="4268806401" sldId="2147483700"/>
          </pc:sldLayoutMkLst>
        </pc:sldLayoutChg>
        <pc:sldLayoutChg chg="modTransition">
          <pc:chgData name="Shreena Solia" userId="ce99177b26c586f9" providerId="LiveId" clId="{1F1047B7-353E-4D5F-BD1C-2AC2A6DBBBA4}" dt="2026-09-17T07:56:03.593" v="480"/>
          <pc:sldLayoutMkLst>
            <pc:docMk/>
            <pc:sldMasterMk cId="1544047913" sldId="2147483660"/>
            <pc:sldLayoutMk cId="4033652303" sldId="2147483701"/>
          </pc:sldLayoutMkLst>
        </pc:sldLayoutChg>
        <pc:sldLayoutChg chg="modTransition">
          <pc:chgData name="Shreena Solia" userId="ce99177b26c586f9" providerId="LiveId" clId="{1F1047B7-353E-4D5F-BD1C-2AC2A6DBBBA4}" dt="2026-09-17T07:56:03.593" v="480"/>
          <pc:sldLayoutMkLst>
            <pc:docMk/>
            <pc:sldMasterMk cId="1544047913" sldId="2147483660"/>
            <pc:sldLayoutMk cId="2003226232" sldId="2147483702"/>
          </pc:sldLayoutMkLst>
        </pc:sldLayoutChg>
        <pc:sldLayoutChg chg="modTransition">
          <pc:chgData name="Shreena Solia" userId="ce99177b26c586f9" providerId="LiveId" clId="{1F1047B7-353E-4D5F-BD1C-2AC2A6DBBBA4}" dt="2026-09-17T07:56:03.593" v="480"/>
          <pc:sldLayoutMkLst>
            <pc:docMk/>
            <pc:sldMasterMk cId="1544047913" sldId="2147483660"/>
            <pc:sldLayoutMk cId="333197987" sldId="2147483704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>
              <a:solidFill>
                <a:schemeClr val="tx2"/>
              </a:solidFill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73C59C-4E16-4A64-A766-34DB213E11B3}" type="datetimeFigureOut">
              <a:rPr lang="en-US">
                <a:solidFill>
                  <a:schemeClr val="tx2"/>
                </a:solidFill>
              </a:rPr>
              <a:t>9/19/2026</a:t>
            </a:fld>
            <a:endParaRPr dirty="0">
              <a:solidFill>
                <a:schemeClr val="tx2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>
              <a:solidFill>
                <a:schemeClr val="tx2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D77566-CD65-4859-9FA1-43956DC85B8C}" type="slidenum">
              <a:rPr>
                <a:solidFill>
                  <a:schemeClr val="tx2"/>
                </a:solidFill>
              </a:rPr>
              <a:t>‹#›</a:t>
            </a:fld>
            <a:endParaRPr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87983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F95CF31C-F757-429C-A789-86504F04C3BE}" type="datetimeFigureOut">
              <a:rPr lang="en-US"/>
              <a:pPr/>
              <a:t>9/19/2026</a:t>
            </a:fld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B8796F01-7154-41E0-B48B-A6921757531A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4077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2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2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2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2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2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796F01-7154-41E0-B48B-A6921757531A}" type="slidenum">
              <a:rPr lang="en-IN" smtClean="0"/>
              <a:pPr/>
              <a:t>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871256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796F01-7154-41E0-B48B-A6921757531A}" type="slidenum">
              <a:rPr lang="en-IN" smtClean="0"/>
              <a:pPr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84480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796F01-7154-41E0-B48B-A6921757531A}" type="slidenum">
              <a:rPr lang="en-IN" smtClean="0"/>
              <a:pPr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155164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"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rry pink and blue background&#10;&#10;Description automatically generated">
            <a:extLst>
              <a:ext uri="{FF2B5EF4-FFF2-40B4-BE49-F238E27FC236}">
                <a16:creationId xmlns:a16="http://schemas.microsoft.com/office/drawing/2014/main" id="{1FF676E6-2425-F67F-0EEC-8F749E88090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12A51F0-4EDD-D5BD-4420-626AF4E5B085}"/>
              </a:ext>
            </a:extLst>
          </p:cNvPr>
          <p:cNvSpPr/>
          <p:nvPr userDrawn="1"/>
        </p:nvSpPr>
        <p:spPr>
          <a:xfrm>
            <a:off x="0" y="0"/>
            <a:ext cx="12216032" cy="68961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8FF9F6-4E70-E6C5-D80D-23D1CA6C2D50}"/>
              </a:ext>
            </a:extLst>
          </p:cNvPr>
          <p:cNvSpPr/>
          <p:nvPr userDrawn="1"/>
        </p:nvSpPr>
        <p:spPr>
          <a:xfrm rot="5400000">
            <a:off x="1393710" y="1892190"/>
            <a:ext cx="228600" cy="3073621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604F351-EFC7-94BF-D3DC-96B40AFD6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3113" y="1345911"/>
            <a:ext cx="5562599" cy="4166177"/>
          </a:xfrm>
        </p:spPr>
        <p:txBody>
          <a:bodyPr anchor="ctr">
            <a:normAutofit/>
          </a:bodyPr>
          <a:lstStyle>
            <a:lvl1pPr algn="ctr">
              <a:defRPr sz="7200" b="0" cap="none" baseline="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317F37F-F77E-B2B4-ED11-F009D168EC6B}"/>
              </a:ext>
            </a:extLst>
          </p:cNvPr>
          <p:cNvSpPr/>
          <p:nvPr userDrawn="1"/>
        </p:nvSpPr>
        <p:spPr>
          <a:xfrm>
            <a:off x="-77788" y="1320655"/>
            <a:ext cx="3124198" cy="4216690"/>
          </a:xfrm>
          <a:custGeom>
            <a:avLst/>
            <a:gdLst>
              <a:gd name="connsiteX0" fmla="*/ 0 w 3124198"/>
              <a:gd name="connsiteY0" fmla="*/ 0 h 4216690"/>
              <a:gd name="connsiteX1" fmla="*/ 1190290 w 3124198"/>
              <a:gd name="connsiteY1" fmla="*/ 0 h 4216690"/>
              <a:gd name="connsiteX2" fmla="*/ 1191185 w 3124198"/>
              <a:gd name="connsiteY2" fmla="*/ 0 h 4216690"/>
              <a:gd name="connsiteX3" fmla="*/ 1191185 w 3124198"/>
              <a:gd name="connsiteY3" fmla="*/ 25 h 4216690"/>
              <a:gd name="connsiteX4" fmla="*/ 1289808 w 3124198"/>
              <a:gd name="connsiteY4" fmla="*/ 2744 h 4216690"/>
              <a:gd name="connsiteX5" fmla="*/ 3124198 w 3124198"/>
              <a:gd name="connsiteY5" fmla="*/ 2108345 h 4216690"/>
              <a:gd name="connsiteX6" fmla="*/ 1289808 w 3124198"/>
              <a:gd name="connsiteY6" fmla="*/ 4213947 h 4216690"/>
              <a:gd name="connsiteX7" fmla="*/ 1191185 w 3124198"/>
              <a:gd name="connsiteY7" fmla="*/ 4216666 h 4216690"/>
              <a:gd name="connsiteX8" fmla="*/ 1191185 w 3124198"/>
              <a:gd name="connsiteY8" fmla="*/ 4216690 h 4216690"/>
              <a:gd name="connsiteX9" fmla="*/ 1190290 w 3124198"/>
              <a:gd name="connsiteY9" fmla="*/ 4216690 h 4216690"/>
              <a:gd name="connsiteX10" fmla="*/ 0 w 3124198"/>
              <a:gd name="connsiteY10" fmla="*/ 4216690 h 4216690"/>
              <a:gd name="connsiteX11" fmla="*/ 0 w 3124198"/>
              <a:gd name="connsiteY11" fmla="*/ 0 h 4216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124198" h="4216690">
                <a:moveTo>
                  <a:pt x="0" y="0"/>
                </a:moveTo>
                <a:lnTo>
                  <a:pt x="1190290" y="0"/>
                </a:lnTo>
                <a:lnTo>
                  <a:pt x="1191185" y="0"/>
                </a:lnTo>
                <a:lnTo>
                  <a:pt x="1191185" y="25"/>
                </a:lnTo>
                <a:lnTo>
                  <a:pt x="1289808" y="2744"/>
                </a:lnTo>
                <a:cubicBezTo>
                  <a:pt x="2311627" y="59211"/>
                  <a:pt x="3124198" y="980326"/>
                  <a:pt x="3124198" y="2108345"/>
                </a:cubicBezTo>
                <a:cubicBezTo>
                  <a:pt x="3124198" y="3236364"/>
                  <a:pt x="2311627" y="4157479"/>
                  <a:pt x="1289808" y="4213947"/>
                </a:cubicBezTo>
                <a:lnTo>
                  <a:pt x="1191185" y="4216666"/>
                </a:lnTo>
                <a:lnTo>
                  <a:pt x="1191185" y="4216690"/>
                </a:lnTo>
                <a:lnTo>
                  <a:pt x="1190290" y="4216690"/>
                </a:lnTo>
                <a:lnTo>
                  <a:pt x="0" y="4216690"/>
                </a:lnTo>
                <a:lnTo>
                  <a:pt x="0" y="0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3D5C16D-FA81-BAC7-0697-0DC6036320D4}"/>
              </a:ext>
            </a:extLst>
          </p:cNvPr>
          <p:cNvSpPr/>
          <p:nvPr userDrawn="1"/>
        </p:nvSpPr>
        <p:spPr>
          <a:xfrm rot="10800000">
            <a:off x="9142411" y="1320656"/>
            <a:ext cx="3124198" cy="4216690"/>
          </a:xfrm>
          <a:custGeom>
            <a:avLst/>
            <a:gdLst>
              <a:gd name="connsiteX0" fmla="*/ 0 w 3124198"/>
              <a:gd name="connsiteY0" fmla="*/ 0 h 4216690"/>
              <a:gd name="connsiteX1" fmla="*/ 1190290 w 3124198"/>
              <a:gd name="connsiteY1" fmla="*/ 0 h 4216690"/>
              <a:gd name="connsiteX2" fmla="*/ 1191185 w 3124198"/>
              <a:gd name="connsiteY2" fmla="*/ 0 h 4216690"/>
              <a:gd name="connsiteX3" fmla="*/ 1191185 w 3124198"/>
              <a:gd name="connsiteY3" fmla="*/ 25 h 4216690"/>
              <a:gd name="connsiteX4" fmla="*/ 1289808 w 3124198"/>
              <a:gd name="connsiteY4" fmla="*/ 2744 h 4216690"/>
              <a:gd name="connsiteX5" fmla="*/ 3124198 w 3124198"/>
              <a:gd name="connsiteY5" fmla="*/ 2108345 h 4216690"/>
              <a:gd name="connsiteX6" fmla="*/ 1289808 w 3124198"/>
              <a:gd name="connsiteY6" fmla="*/ 4213947 h 4216690"/>
              <a:gd name="connsiteX7" fmla="*/ 1191185 w 3124198"/>
              <a:gd name="connsiteY7" fmla="*/ 4216666 h 4216690"/>
              <a:gd name="connsiteX8" fmla="*/ 1191185 w 3124198"/>
              <a:gd name="connsiteY8" fmla="*/ 4216690 h 4216690"/>
              <a:gd name="connsiteX9" fmla="*/ 1190290 w 3124198"/>
              <a:gd name="connsiteY9" fmla="*/ 4216690 h 4216690"/>
              <a:gd name="connsiteX10" fmla="*/ 0 w 3124198"/>
              <a:gd name="connsiteY10" fmla="*/ 4216690 h 4216690"/>
              <a:gd name="connsiteX11" fmla="*/ 0 w 3124198"/>
              <a:gd name="connsiteY11" fmla="*/ 0 h 4216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124198" h="4216690">
                <a:moveTo>
                  <a:pt x="0" y="0"/>
                </a:moveTo>
                <a:lnTo>
                  <a:pt x="1190290" y="0"/>
                </a:lnTo>
                <a:lnTo>
                  <a:pt x="1191185" y="0"/>
                </a:lnTo>
                <a:lnTo>
                  <a:pt x="1191185" y="25"/>
                </a:lnTo>
                <a:lnTo>
                  <a:pt x="1289808" y="2744"/>
                </a:lnTo>
                <a:cubicBezTo>
                  <a:pt x="2311627" y="59211"/>
                  <a:pt x="3124198" y="980326"/>
                  <a:pt x="3124198" y="2108345"/>
                </a:cubicBezTo>
                <a:cubicBezTo>
                  <a:pt x="3124198" y="3236364"/>
                  <a:pt x="2311627" y="4157479"/>
                  <a:pt x="1289808" y="4213947"/>
                </a:cubicBezTo>
                <a:lnTo>
                  <a:pt x="1191185" y="4216666"/>
                </a:lnTo>
                <a:lnTo>
                  <a:pt x="1191185" y="4216690"/>
                </a:lnTo>
                <a:lnTo>
                  <a:pt x="1190290" y="4216690"/>
                </a:lnTo>
                <a:lnTo>
                  <a:pt x="0" y="4216690"/>
                </a:lnTo>
                <a:lnTo>
                  <a:pt x="0" y="0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8E4D3F4-28B2-6053-807F-F0A3DC654A52}"/>
              </a:ext>
            </a:extLst>
          </p:cNvPr>
          <p:cNvCxnSpPr>
            <a:cxnSpLocks/>
          </p:cNvCxnSpPr>
          <p:nvPr userDrawn="1"/>
        </p:nvCxnSpPr>
        <p:spPr>
          <a:xfrm>
            <a:off x="0" y="1320655"/>
            <a:ext cx="12188824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37AC55E-9114-0424-F015-468AE208E11A}"/>
              </a:ext>
            </a:extLst>
          </p:cNvPr>
          <p:cNvCxnSpPr>
            <a:cxnSpLocks/>
          </p:cNvCxnSpPr>
          <p:nvPr userDrawn="1"/>
        </p:nvCxnSpPr>
        <p:spPr>
          <a:xfrm>
            <a:off x="0" y="5537345"/>
            <a:ext cx="12188824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6D70DED-121C-AA55-4D65-9A4BAC7C6AD8}"/>
              </a:ext>
            </a:extLst>
          </p:cNvPr>
          <p:cNvCxnSpPr/>
          <p:nvPr userDrawn="1"/>
        </p:nvCxnSpPr>
        <p:spPr>
          <a:xfrm>
            <a:off x="684212" y="0"/>
            <a:ext cx="0" cy="69342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ABAC8F9-7E2E-E7EC-2481-CA1441D567F8}"/>
              </a:ext>
            </a:extLst>
          </p:cNvPr>
          <p:cNvCxnSpPr/>
          <p:nvPr userDrawn="1"/>
        </p:nvCxnSpPr>
        <p:spPr>
          <a:xfrm>
            <a:off x="11504613" y="-38100"/>
            <a:ext cx="0" cy="69342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C1510C2-44EE-C940-5D46-21C4892557A2}"/>
              </a:ext>
            </a:extLst>
          </p:cNvPr>
          <p:cNvSpPr/>
          <p:nvPr userDrawn="1"/>
        </p:nvSpPr>
        <p:spPr>
          <a:xfrm rot="16200000">
            <a:off x="2588417" y="456405"/>
            <a:ext cx="7010400" cy="6097590"/>
          </a:xfrm>
          <a:custGeom>
            <a:avLst/>
            <a:gdLst>
              <a:gd name="connsiteX0" fmla="*/ 6610424 w 6610424"/>
              <a:gd name="connsiteY0" fmla="*/ 3048796 h 6097590"/>
              <a:gd name="connsiteX1" fmla="*/ 3890772 w 6610424"/>
              <a:gd name="connsiteY1" fmla="*/ 6093623 h 6097590"/>
              <a:gd name="connsiteX2" fmla="*/ 3744554 w 6610424"/>
              <a:gd name="connsiteY2" fmla="*/ 6097555 h 6097590"/>
              <a:gd name="connsiteX3" fmla="*/ 3744554 w 6610424"/>
              <a:gd name="connsiteY3" fmla="*/ 6097590 h 6097590"/>
              <a:gd name="connsiteX4" fmla="*/ 3743227 w 6610424"/>
              <a:gd name="connsiteY4" fmla="*/ 6097590 h 6097590"/>
              <a:gd name="connsiteX5" fmla="*/ 0 w 6610424"/>
              <a:gd name="connsiteY5" fmla="*/ 6097589 h 6097590"/>
              <a:gd name="connsiteX6" fmla="*/ 0 w 6610424"/>
              <a:gd name="connsiteY6" fmla="*/ 0 h 6097590"/>
              <a:gd name="connsiteX7" fmla="*/ 3743228 w 6610424"/>
              <a:gd name="connsiteY7" fmla="*/ 1 h 6097590"/>
              <a:gd name="connsiteX8" fmla="*/ 3744555 w 6610424"/>
              <a:gd name="connsiteY8" fmla="*/ 1 h 6097590"/>
              <a:gd name="connsiteX9" fmla="*/ 3744555 w 6610424"/>
              <a:gd name="connsiteY9" fmla="*/ 36 h 6097590"/>
              <a:gd name="connsiteX10" fmla="*/ 3890773 w 6610424"/>
              <a:gd name="connsiteY10" fmla="*/ 3968 h 6097590"/>
              <a:gd name="connsiteX11" fmla="*/ 6610424 w 6610424"/>
              <a:gd name="connsiteY11" fmla="*/ 3048796 h 6097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610424" h="6097590">
                <a:moveTo>
                  <a:pt x="6610424" y="3048796"/>
                </a:moveTo>
                <a:cubicBezTo>
                  <a:pt x="6610424" y="4679979"/>
                  <a:pt x="5405713" y="6011968"/>
                  <a:pt x="3890772" y="6093623"/>
                </a:cubicBezTo>
                <a:lnTo>
                  <a:pt x="3744554" y="6097555"/>
                </a:lnTo>
                <a:lnTo>
                  <a:pt x="3744554" y="6097590"/>
                </a:lnTo>
                <a:lnTo>
                  <a:pt x="3743227" y="6097590"/>
                </a:lnTo>
                <a:lnTo>
                  <a:pt x="0" y="6097589"/>
                </a:lnTo>
                <a:lnTo>
                  <a:pt x="0" y="0"/>
                </a:lnTo>
                <a:lnTo>
                  <a:pt x="3743228" y="1"/>
                </a:lnTo>
                <a:lnTo>
                  <a:pt x="3744555" y="1"/>
                </a:lnTo>
                <a:lnTo>
                  <a:pt x="3744555" y="36"/>
                </a:lnTo>
                <a:lnTo>
                  <a:pt x="3890773" y="3968"/>
                </a:lnTo>
                <a:cubicBezTo>
                  <a:pt x="5405714" y="85624"/>
                  <a:pt x="6610425" y="1417612"/>
                  <a:pt x="6610424" y="3048796"/>
                </a:cubicBez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86B6DC9-6EDA-8E62-10CA-A5D8F575D99C}"/>
              </a:ext>
            </a:extLst>
          </p:cNvPr>
          <p:cNvSpPr/>
          <p:nvPr userDrawn="1"/>
        </p:nvSpPr>
        <p:spPr>
          <a:xfrm rot="5400000">
            <a:off x="10564921" y="1892190"/>
            <a:ext cx="228600" cy="3073621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392C5BB-4C0A-FD2B-3AAF-4B66600606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13112" y="5562601"/>
            <a:ext cx="5562599" cy="1295399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31035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-up of a person's face&#10;&#10;Description automatically generated">
            <a:extLst>
              <a:ext uri="{FF2B5EF4-FFF2-40B4-BE49-F238E27FC236}">
                <a16:creationId xmlns:a16="http://schemas.microsoft.com/office/drawing/2014/main" id="{998E10DA-9535-2CE7-12A4-77E2208E011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77BD2080-AB1F-7102-346E-BFA8CE0BAF44}"/>
              </a:ext>
            </a:extLst>
          </p:cNvPr>
          <p:cNvSpPr/>
          <p:nvPr userDrawn="1"/>
        </p:nvSpPr>
        <p:spPr>
          <a:xfrm>
            <a:off x="-1588" y="0"/>
            <a:ext cx="12217620" cy="68961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914400"/>
            <a:ext cx="5181600" cy="2514600"/>
          </a:xfrm>
        </p:spPr>
        <p:txBody>
          <a:bodyPr lIns="0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8D3D8D05-9BE1-F22A-0950-AA725685DE9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31775" y="17527"/>
            <a:ext cx="3944303" cy="6822059"/>
          </a:xfrm>
          <a:custGeom>
            <a:avLst/>
            <a:gdLst>
              <a:gd name="connsiteX0" fmla="*/ 0 w 3944303"/>
              <a:gd name="connsiteY0" fmla="*/ 6402705 h 6822059"/>
              <a:gd name="connsiteX1" fmla="*/ 3944303 w 3944303"/>
              <a:gd name="connsiteY1" fmla="*/ 6402705 h 6822059"/>
              <a:gd name="connsiteX2" fmla="*/ 3944303 w 3944303"/>
              <a:gd name="connsiteY2" fmla="*/ 6822059 h 6822059"/>
              <a:gd name="connsiteX3" fmla="*/ 0 w 3944303"/>
              <a:gd name="connsiteY3" fmla="*/ 6822059 h 6822059"/>
              <a:gd name="connsiteX4" fmla="*/ 0 w 3944303"/>
              <a:gd name="connsiteY4" fmla="*/ 457200 h 6822059"/>
              <a:gd name="connsiteX5" fmla="*/ 3944303 w 3944303"/>
              <a:gd name="connsiteY5" fmla="*/ 457200 h 6822059"/>
              <a:gd name="connsiteX6" fmla="*/ 3944303 w 3944303"/>
              <a:gd name="connsiteY6" fmla="*/ 6366129 h 6822059"/>
              <a:gd name="connsiteX7" fmla="*/ 0 w 3944303"/>
              <a:gd name="connsiteY7" fmla="*/ 6366129 h 6822059"/>
              <a:gd name="connsiteX8" fmla="*/ 0 w 3944303"/>
              <a:gd name="connsiteY8" fmla="*/ 0 h 6822059"/>
              <a:gd name="connsiteX9" fmla="*/ 3944303 w 3944303"/>
              <a:gd name="connsiteY9" fmla="*/ 0 h 6822059"/>
              <a:gd name="connsiteX10" fmla="*/ 3944303 w 3944303"/>
              <a:gd name="connsiteY10" fmla="*/ 420624 h 6822059"/>
              <a:gd name="connsiteX11" fmla="*/ 0 w 3944303"/>
              <a:gd name="connsiteY11" fmla="*/ 420624 h 6822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944303" h="6822059">
                <a:moveTo>
                  <a:pt x="0" y="6402705"/>
                </a:moveTo>
                <a:lnTo>
                  <a:pt x="3944303" y="6402705"/>
                </a:lnTo>
                <a:lnTo>
                  <a:pt x="3944303" y="6822059"/>
                </a:lnTo>
                <a:lnTo>
                  <a:pt x="0" y="6822059"/>
                </a:lnTo>
                <a:close/>
                <a:moveTo>
                  <a:pt x="0" y="457200"/>
                </a:moveTo>
                <a:lnTo>
                  <a:pt x="3944303" y="457200"/>
                </a:lnTo>
                <a:lnTo>
                  <a:pt x="3944303" y="6366129"/>
                </a:lnTo>
                <a:lnTo>
                  <a:pt x="0" y="6366129"/>
                </a:lnTo>
                <a:close/>
                <a:moveTo>
                  <a:pt x="0" y="0"/>
                </a:moveTo>
                <a:lnTo>
                  <a:pt x="3944303" y="0"/>
                </a:lnTo>
                <a:lnTo>
                  <a:pt x="3944303" y="420624"/>
                </a:lnTo>
                <a:lnTo>
                  <a:pt x="0" y="420624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22808" y="3657600"/>
            <a:ext cx="5181595" cy="2286000"/>
          </a:xfrm>
        </p:spPr>
        <p:txBody>
          <a:bodyPr lIns="0" anchor="t">
            <a:normAutofit/>
          </a:bodyPr>
          <a:lstStyle>
            <a:lvl1pPr marL="0" indent="0">
              <a:lnSpc>
                <a:spcPct val="125000"/>
              </a:lnSpc>
              <a:buNone/>
              <a:defRPr sz="1800"/>
            </a:lvl1pPr>
            <a:lvl2pPr marL="426645" indent="0">
              <a:lnSpc>
                <a:spcPct val="125000"/>
              </a:lnSpc>
              <a:buNone/>
              <a:defRPr sz="1600"/>
            </a:lvl2pPr>
            <a:lvl3pPr marL="853290" indent="0">
              <a:lnSpc>
                <a:spcPct val="125000"/>
              </a:lnSpc>
              <a:buNone/>
              <a:defRPr sz="1400"/>
            </a:lvl3pPr>
            <a:lvl4pPr marL="1279936" indent="0">
              <a:lnSpc>
                <a:spcPct val="125000"/>
              </a:lnSpc>
              <a:buNone/>
              <a:defRPr sz="1400"/>
            </a:lvl4pPr>
            <a:lvl5pPr marL="1706581" indent="0">
              <a:lnSpc>
                <a:spcPct val="125000"/>
              </a:lnSpc>
              <a:buNone/>
              <a:defRPr sz="1400"/>
            </a:lvl5pPr>
            <a:lvl6pPr>
              <a:defRPr/>
            </a:lvl6pPr>
            <a:lvl7pPr>
              <a:defRPr baseline="0"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598611" y="6400801"/>
            <a:ext cx="2261183" cy="320675"/>
          </a:xfrm>
        </p:spPr>
        <p:txBody>
          <a:bodyPr/>
          <a:lstStyle/>
          <a:p>
            <a:r>
              <a:rPr lang="en-US"/>
              <a:t>20XX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226789" y="6400801"/>
            <a:ext cx="5897354" cy="320675"/>
          </a:xfrm>
        </p:spPr>
        <p:txBody>
          <a:bodyPr/>
          <a:lstStyle/>
          <a:p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0BA0E-20D0-4E7C-B286-26C960A6788F}" type="slidenum">
              <a:rPr/>
              <a:t>‹#›</a:t>
            </a:fld>
            <a:endParaRPr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8F0E7C2-55D0-0101-27E8-8B50E1CC9127}"/>
              </a:ext>
            </a:extLst>
          </p:cNvPr>
          <p:cNvSpPr/>
          <p:nvPr userDrawn="1"/>
        </p:nvSpPr>
        <p:spPr>
          <a:xfrm>
            <a:off x="-1588" y="457200"/>
            <a:ext cx="11648687" cy="5943600"/>
          </a:xfrm>
          <a:custGeom>
            <a:avLst/>
            <a:gdLst>
              <a:gd name="connsiteX0" fmla="*/ 0 w 12188825"/>
              <a:gd name="connsiteY0" fmla="*/ 0 h 6858000"/>
              <a:gd name="connsiteX1" fmla="*/ 8759825 w 12188825"/>
              <a:gd name="connsiteY1" fmla="*/ 0 h 6858000"/>
              <a:gd name="connsiteX2" fmla="*/ 8761412 w 12188825"/>
              <a:gd name="connsiteY2" fmla="*/ 0 h 6858000"/>
              <a:gd name="connsiteX3" fmla="*/ 8761412 w 12188825"/>
              <a:gd name="connsiteY3" fmla="*/ 40 h 6858000"/>
              <a:gd name="connsiteX4" fmla="*/ 8936281 w 12188825"/>
              <a:gd name="connsiteY4" fmla="*/ 4462 h 6858000"/>
              <a:gd name="connsiteX5" fmla="*/ 12188825 w 12188825"/>
              <a:gd name="connsiteY5" fmla="*/ 3429000 h 6858000"/>
              <a:gd name="connsiteX6" fmla="*/ 8936281 w 12188825"/>
              <a:gd name="connsiteY6" fmla="*/ 6853538 h 6858000"/>
              <a:gd name="connsiteX7" fmla="*/ 8761412 w 12188825"/>
              <a:gd name="connsiteY7" fmla="*/ 6857960 h 6858000"/>
              <a:gd name="connsiteX8" fmla="*/ 8761412 w 12188825"/>
              <a:gd name="connsiteY8" fmla="*/ 6858000 h 6858000"/>
              <a:gd name="connsiteX9" fmla="*/ 8759825 w 12188825"/>
              <a:gd name="connsiteY9" fmla="*/ 6858000 h 6858000"/>
              <a:gd name="connsiteX10" fmla="*/ 0 w 12188825"/>
              <a:gd name="connsiteY1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8825" h="6858000">
                <a:moveTo>
                  <a:pt x="0" y="0"/>
                </a:moveTo>
                <a:lnTo>
                  <a:pt x="8759825" y="0"/>
                </a:lnTo>
                <a:lnTo>
                  <a:pt x="8761412" y="0"/>
                </a:lnTo>
                <a:lnTo>
                  <a:pt x="8761412" y="40"/>
                </a:lnTo>
                <a:lnTo>
                  <a:pt x="8936281" y="4462"/>
                </a:lnTo>
                <a:cubicBezTo>
                  <a:pt x="10748061" y="96301"/>
                  <a:pt x="12188825" y="1594397"/>
                  <a:pt x="12188825" y="3429000"/>
                </a:cubicBezTo>
                <a:cubicBezTo>
                  <a:pt x="12188825" y="5263603"/>
                  <a:pt x="10748061" y="6761699"/>
                  <a:pt x="8936281" y="6853538"/>
                </a:cubicBezTo>
                <a:lnTo>
                  <a:pt x="8761412" y="6857960"/>
                </a:lnTo>
                <a:lnTo>
                  <a:pt x="8761412" y="6858000"/>
                </a:lnTo>
                <a:lnTo>
                  <a:pt x="8759825" y="6858000"/>
                </a:lnTo>
                <a:lnTo>
                  <a:pt x="0" y="6858000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89CAC83-CB67-27E0-8EA6-F6F6E5ED0A72}"/>
              </a:ext>
            </a:extLst>
          </p:cNvPr>
          <p:cNvSpPr/>
          <p:nvPr userDrawn="1"/>
        </p:nvSpPr>
        <p:spPr>
          <a:xfrm>
            <a:off x="0" y="0"/>
            <a:ext cx="12188825" cy="6858000"/>
          </a:xfrm>
          <a:custGeom>
            <a:avLst/>
            <a:gdLst>
              <a:gd name="connsiteX0" fmla="*/ 0 w 12188825"/>
              <a:gd name="connsiteY0" fmla="*/ 0 h 6858000"/>
              <a:gd name="connsiteX1" fmla="*/ 8759825 w 12188825"/>
              <a:gd name="connsiteY1" fmla="*/ 0 h 6858000"/>
              <a:gd name="connsiteX2" fmla="*/ 8761412 w 12188825"/>
              <a:gd name="connsiteY2" fmla="*/ 0 h 6858000"/>
              <a:gd name="connsiteX3" fmla="*/ 8761412 w 12188825"/>
              <a:gd name="connsiteY3" fmla="*/ 40 h 6858000"/>
              <a:gd name="connsiteX4" fmla="*/ 8936281 w 12188825"/>
              <a:gd name="connsiteY4" fmla="*/ 4462 h 6858000"/>
              <a:gd name="connsiteX5" fmla="*/ 12188825 w 12188825"/>
              <a:gd name="connsiteY5" fmla="*/ 3429000 h 6858000"/>
              <a:gd name="connsiteX6" fmla="*/ 8936281 w 12188825"/>
              <a:gd name="connsiteY6" fmla="*/ 6853538 h 6858000"/>
              <a:gd name="connsiteX7" fmla="*/ 8761412 w 12188825"/>
              <a:gd name="connsiteY7" fmla="*/ 6857960 h 6858000"/>
              <a:gd name="connsiteX8" fmla="*/ 8761412 w 12188825"/>
              <a:gd name="connsiteY8" fmla="*/ 6858000 h 6858000"/>
              <a:gd name="connsiteX9" fmla="*/ 8759825 w 12188825"/>
              <a:gd name="connsiteY9" fmla="*/ 6858000 h 6858000"/>
              <a:gd name="connsiteX10" fmla="*/ 0 w 12188825"/>
              <a:gd name="connsiteY1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8825" h="6858000">
                <a:moveTo>
                  <a:pt x="0" y="0"/>
                </a:moveTo>
                <a:lnTo>
                  <a:pt x="8759825" y="0"/>
                </a:lnTo>
                <a:lnTo>
                  <a:pt x="8761412" y="0"/>
                </a:lnTo>
                <a:lnTo>
                  <a:pt x="8761412" y="40"/>
                </a:lnTo>
                <a:lnTo>
                  <a:pt x="8936281" y="4462"/>
                </a:lnTo>
                <a:cubicBezTo>
                  <a:pt x="10748061" y="96301"/>
                  <a:pt x="12188825" y="1594397"/>
                  <a:pt x="12188825" y="3429000"/>
                </a:cubicBezTo>
                <a:cubicBezTo>
                  <a:pt x="12188825" y="5263603"/>
                  <a:pt x="10748061" y="6761699"/>
                  <a:pt x="8936281" y="6853538"/>
                </a:cubicBezTo>
                <a:lnTo>
                  <a:pt x="8761412" y="6857960"/>
                </a:lnTo>
                <a:lnTo>
                  <a:pt x="8761412" y="6858000"/>
                </a:lnTo>
                <a:lnTo>
                  <a:pt x="8759825" y="6858000"/>
                </a:lnTo>
                <a:lnTo>
                  <a:pt x="0" y="6858000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9B5987-80DF-3755-E667-EE2DB6CBE948}"/>
              </a:ext>
            </a:extLst>
          </p:cNvPr>
          <p:cNvSpPr/>
          <p:nvPr userDrawn="1"/>
        </p:nvSpPr>
        <p:spPr>
          <a:xfrm>
            <a:off x="3492" y="0"/>
            <a:ext cx="228600" cy="685800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2203C55-C315-E7C9-EED2-083974459E49}"/>
              </a:ext>
            </a:extLst>
          </p:cNvPr>
          <p:cNvSpPr/>
          <p:nvPr userDrawn="1"/>
        </p:nvSpPr>
        <p:spPr>
          <a:xfrm>
            <a:off x="10534141" y="5212080"/>
            <a:ext cx="1645920" cy="1645920"/>
          </a:xfrm>
          <a:prstGeom prst="ellipse">
            <a:avLst/>
          </a:pr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2A737DF-4AE3-6F7F-1733-661D65713695}"/>
              </a:ext>
            </a:extLst>
          </p:cNvPr>
          <p:cNvSpPr/>
          <p:nvPr userDrawn="1"/>
        </p:nvSpPr>
        <p:spPr>
          <a:xfrm>
            <a:off x="10542905" y="0"/>
            <a:ext cx="1645920" cy="1645920"/>
          </a:xfrm>
          <a:prstGeom prst="ellipse">
            <a:avLst/>
          </a:pr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A0A398A-1AC9-796E-82A1-0C222945767B}"/>
              </a:ext>
            </a:extLst>
          </p:cNvPr>
          <p:cNvCxnSpPr>
            <a:cxnSpLocks/>
          </p:cNvCxnSpPr>
          <p:nvPr userDrawn="1"/>
        </p:nvCxnSpPr>
        <p:spPr>
          <a:xfrm>
            <a:off x="4189412" y="0"/>
            <a:ext cx="0" cy="68580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3524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1"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pink sky&#10;&#10;Description automatically generated">
            <a:extLst>
              <a:ext uri="{FF2B5EF4-FFF2-40B4-BE49-F238E27FC236}">
                <a16:creationId xmlns:a16="http://schemas.microsoft.com/office/drawing/2014/main" id="{8802D68A-113C-2517-2CD9-13E53689A0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BE1447D-A85A-1FDD-A4EB-285B03340F5A}"/>
              </a:ext>
            </a:extLst>
          </p:cNvPr>
          <p:cNvSpPr/>
          <p:nvPr userDrawn="1"/>
        </p:nvSpPr>
        <p:spPr>
          <a:xfrm>
            <a:off x="0" y="0"/>
            <a:ext cx="12216032" cy="68961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BDE2C4A-51E4-22E5-34FC-145385897F9C}"/>
              </a:ext>
            </a:extLst>
          </p:cNvPr>
          <p:cNvSpPr/>
          <p:nvPr userDrawn="1"/>
        </p:nvSpPr>
        <p:spPr>
          <a:xfrm rot="10800000">
            <a:off x="379412" y="0"/>
            <a:ext cx="228600" cy="685800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FF5511-C846-7753-89F4-336271EB5ACE}"/>
              </a:ext>
            </a:extLst>
          </p:cNvPr>
          <p:cNvSpPr/>
          <p:nvPr userDrawn="1"/>
        </p:nvSpPr>
        <p:spPr>
          <a:xfrm rot="10800000">
            <a:off x="11580811" y="0"/>
            <a:ext cx="228600" cy="685800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22F574C-CEE3-35B3-8823-3789F16B121E}"/>
              </a:ext>
            </a:extLst>
          </p:cNvPr>
          <p:cNvSpPr/>
          <p:nvPr userDrawn="1"/>
        </p:nvSpPr>
        <p:spPr>
          <a:xfrm>
            <a:off x="-77788" y="1413688"/>
            <a:ext cx="1371598" cy="4030625"/>
          </a:xfrm>
          <a:custGeom>
            <a:avLst/>
            <a:gdLst>
              <a:gd name="connsiteX0" fmla="*/ 0 w 1371598"/>
              <a:gd name="connsiteY0" fmla="*/ 0 h 4030625"/>
              <a:gd name="connsiteX1" fmla="*/ 85935 w 1371598"/>
              <a:gd name="connsiteY1" fmla="*/ 28331 h 4030625"/>
              <a:gd name="connsiteX2" fmla="*/ 1371598 w 1371598"/>
              <a:gd name="connsiteY2" fmla="*/ 2015312 h 4030625"/>
              <a:gd name="connsiteX3" fmla="*/ 85935 w 1371598"/>
              <a:gd name="connsiteY3" fmla="*/ 4002293 h 4030625"/>
              <a:gd name="connsiteX4" fmla="*/ 0 w 1371598"/>
              <a:gd name="connsiteY4" fmla="*/ 4030625 h 4030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598" h="4030625">
                <a:moveTo>
                  <a:pt x="0" y="0"/>
                </a:moveTo>
                <a:lnTo>
                  <a:pt x="85935" y="28331"/>
                </a:lnTo>
                <a:cubicBezTo>
                  <a:pt x="835174" y="318870"/>
                  <a:pt x="1371598" y="1098797"/>
                  <a:pt x="1371598" y="2015312"/>
                </a:cubicBezTo>
                <a:cubicBezTo>
                  <a:pt x="1371598" y="2931828"/>
                  <a:pt x="835174" y="3711754"/>
                  <a:pt x="85935" y="4002293"/>
                </a:cubicBezTo>
                <a:lnTo>
                  <a:pt x="0" y="4030625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785D198-1D22-86F8-E96A-097BBAAC1A7A}"/>
              </a:ext>
            </a:extLst>
          </p:cNvPr>
          <p:cNvSpPr/>
          <p:nvPr userDrawn="1"/>
        </p:nvSpPr>
        <p:spPr>
          <a:xfrm rot="10800000">
            <a:off x="10895015" y="1413688"/>
            <a:ext cx="1371598" cy="4030625"/>
          </a:xfrm>
          <a:custGeom>
            <a:avLst/>
            <a:gdLst>
              <a:gd name="connsiteX0" fmla="*/ 0 w 1371598"/>
              <a:gd name="connsiteY0" fmla="*/ 0 h 4030625"/>
              <a:gd name="connsiteX1" fmla="*/ 85935 w 1371598"/>
              <a:gd name="connsiteY1" fmla="*/ 28331 h 4030625"/>
              <a:gd name="connsiteX2" fmla="*/ 1371598 w 1371598"/>
              <a:gd name="connsiteY2" fmla="*/ 2015312 h 4030625"/>
              <a:gd name="connsiteX3" fmla="*/ 85935 w 1371598"/>
              <a:gd name="connsiteY3" fmla="*/ 4002293 h 4030625"/>
              <a:gd name="connsiteX4" fmla="*/ 0 w 1371598"/>
              <a:gd name="connsiteY4" fmla="*/ 4030625 h 4030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598" h="4030625">
                <a:moveTo>
                  <a:pt x="0" y="0"/>
                </a:moveTo>
                <a:lnTo>
                  <a:pt x="85935" y="28331"/>
                </a:lnTo>
                <a:cubicBezTo>
                  <a:pt x="835174" y="318870"/>
                  <a:pt x="1371598" y="1098797"/>
                  <a:pt x="1371598" y="2015312"/>
                </a:cubicBezTo>
                <a:cubicBezTo>
                  <a:pt x="1371598" y="2931828"/>
                  <a:pt x="835174" y="3711754"/>
                  <a:pt x="85935" y="4002293"/>
                </a:cubicBezTo>
                <a:lnTo>
                  <a:pt x="0" y="4030625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C2E6B60-AE17-8497-E916-51A823F19065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429000"/>
            <a:ext cx="12938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77D34B1-6239-4039-3823-A32D4693CAE2}"/>
              </a:ext>
            </a:extLst>
          </p:cNvPr>
          <p:cNvCxnSpPr>
            <a:cxnSpLocks/>
          </p:cNvCxnSpPr>
          <p:nvPr userDrawn="1"/>
        </p:nvCxnSpPr>
        <p:spPr>
          <a:xfrm flipH="1">
            <a:off x="10895015" y="3429000"/>
            <a:ext cx="12938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F4492CE-9DFD-B642-74A0-499E933F80A5}"/>
              </a:ext>
            </a:extLst>
          </p:cNvPr>
          <p:cNvSpPr/>
          <p:nvPr userDrawn="1"/>
        </p:nvSpPr>
        <p:spPr>
          <a:xfrm>
            <a:off x="1307414" y="-76200"/>
            <a:ext cx="9573996" cy="6992620"/>
          </a:xfrm>
          <a:custGeom>
            <a:avLst/>
            <a:gdLst>
              <a:gd name="connsiteX0" fmla="*/ 1528240 w 9573996"/>
              <a:gd name="connsiteY0" fmla="*/ 0 h 6992620"/>
              <a:gd name="connsiteX1" fmla="*/ 8045757 w 9573996"/>
              <a:gd name="connsiteY1" fmla="*/ 0 h 6992620"/>
              <a:gd name="connsiteX2" fmla="*/ 8171917 w 9573996"/>
              <a:gd name="connsiteY2" fmla="*/ 120282 h 6992620"/>
              <a:gd name="connsiteX3" fmla="*/ 9573996 w 9573996"/>
              <a:gd name="connsiteY3" fmla="*/ 3505201 h 6992620"/>
              <a:gd name="connsiteX4" fmla="*/ 8171917 w 9573996"/>
              <a:gd name="connsiteY4" fmla="*/ 6890120 h 6992620"/>
              <a:gd name="connsiteX5" fmla="*/ 8064408 w 9573996"/>
              <a:gd name="connsiteY5" fmla="*/ 6992620 h 6992620"/>
              <a:gd name="connsiteX6" fmla="*/ 1509589 w 9573996"/>
              <a:gd name="connsiteY6" fmla="*/ 6992620 h 6992620"/>
              <a:gd name="connsiteX7" fmla="*/ 1402080 w 9573996"/>
              <a:gd name="connsiteY7" fmla="*/ 6890120 h 6992620"/>
              <a:gd name="connsiteX8" fmla="*/ 0 w 9573996"/>
              <a:gd name="connsiteY8" fmla="*/ 3505201 h 6992620"/>
              <a:gd name="connsiteX9" fmla="*/ 1402080 w 9573996"/>
              <a:gd name="connsiteY9" fmla="*/ 120282 h 69926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573996" h="6992620">
                <a:moveTo>
                  <a:pt x="1528240" y="0"/>
                </a:moveTo>
                <a:lnTo>
                  <a:pt x="8045757" y="0"/>
                </a:lnTo>
                <a:lnTo>
                  <a:pt x="8171917" y="120282"/>
                </a:lnTo>
                <a:cubicBezTo>
                  <a:pt x="9038193" y="986559"/>
                  <a:pt x="9573996" y="2183308"/>
                  <a:pt x="9573996" y="3505201"/>
                </a:cubicBezTo>
                <a:cubicBezTo>
                  <a:pt x="9573996" y="4827094"/>
                  <a:pt x="9038193" y="6023844"/>
                  <a:pt x="8171917" y="6890120"/>
                </a:cubicBezTo>
                <a:lnTo>
                  <a:pt x="8064408" y="6992620"/>
                </a:lnTo>
                <a:lnTo>
                  <a:pt x="1509589" y="6992620"/>
                </a:lnTo>
                <a:lnTo>
                  <a:pt x="1402080" y="6890120"/>
                </a:lnTo>
                <a:cubicBezTo>
                  <a:pt x="535803" y="6023844"/>
                  <a:pt x="0" y="4827094"/>
                  <a:pt x="0" y="3505201"/>
                </a:cubicBezTo>
                <a:cubicBezTo>
                  <a:pt x="0" y="2183308"/>
                  <a:pt x="535803" y="986559"/>
                  <a:pt x="1402080" y="120282"/>
                </a:cubicBez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8AB6F497-1C9D-E66E-161A-8332537B3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9155" y="533400"/>
            <a:ext cx="7750516" cy="2209801"/>
          </a:xfrm>
        </p:spPr>
        <p:txBody>
          <a:bodyPr lIns="0"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04B4570-973D-13F6-0C58-91F9492847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19154" y="2895600"/>
            <a:ext cx="7750516" cy="3352800"/>
          </a:xfrm>
        </p:spPr>
        <p:txBody>
          <a:bodyPr lIns="0" anchor="t">
            <a:normAutofit/>
          </a:bodyPr>
          <a:lstStyle>
            <a:lvl1pPr marL="0" indent="0" algn="ctr">
              <a:lnSpc>
                <a:spcPct val="125000"/>
              </a:lnSpc>
              <a:buFont typeface="Arial" panose="020B0604020202020204" pitchFamily="34" charset="0"/>
              <a:buNone/>
              <a:defRPr sz="1800"/>
            </a:lvl1pPr>
            <a:lvl2pPr marL="426645" indent="0" algn="ctr">
              <a:lnSpc>
                <a:spcPct val="125000"/>
              </a:lnSpc>
              <a:buFont typeface="Arial" panose="020B0604020202020204" pitchFamily="34" charset="0"/>
              <a:buNone/>
              <a:defRPr sz="1600"/>
            </a:lvl2pPr>
            <a:lvl3pPr marL="853290" indent="0" algn="ctr">
              <a:lnSpc>
                <a:spcPct val="125000"/>
              </a:lnSpc>
              <a:buFont typeface="Arial" panose="020B0604020202020204" pitchFamily="34" charset="0"/>
              <a:buNone/>
              <a:defRPr sz="1400"/>
            </a:lvl3pPr>
            <a:lvl4pPr marL="1279936" indent="0" algn="ctr">
              <a:lnSpc>
                <a:spcPct val="125000"/>
              </a:lnSpc>
              <a:buFont typeface="Arial" panose="020B0604020202020204" pitchFamily="34" charset="0"/>
              <a:buNone/>
              <a:defRPr sz="1400"/>
            </a:lvl4pPr>
            <a:lvl5pPr marL="1706581" indent="0" algn="ctr">
              <a:lnSpc>
                <a:spcPct val="125000"/>
              </a:lnSpc>
              <a:buFont typeface="Arial" panose="020B0604020202020204" pitchFamily="34" charset="0"/>
              <a:buNone/>
              <a:defRPr sz="1400"/>
            </a:lvl5pPr>
            <a:lvl6pPr>
              <a:defRPr/>
            </a:lvl6pPr>
            <a:lvl7pPr>
              <a:defRPr baseline="0"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58D04D42-191E-2227-2B1B-E1389432834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7309" y="6400801"/>
            <a:ext cx="1828800" cy="320675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72B7CDE2-D55F-1AD0-2F10-D98D71BC2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86262" y="6400801"/>
            <a:ext cx="6216301" cy="32067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7A77FEDA-BC46-FD22-190F-8841E18D6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3226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+ Subtitle"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ue and pink sky&#10;&#10;Description automatically generated">
            <a:extLst>
              <a:ext uri="{FF2B5EF4-FFF2-40B4-BE49-F238E27FC236}">
                <a16:creationId xmlns:a16="http://schemas.microsoft.com/office/drawing/2014/main" id="{3AEB6B8C-8E8E-75FA-B669-2932DD03E6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944B3B8-8580-71F1-DE35-7B8238C3FD59}"/>
              </a:ext>
            </a:extLst>
          </p:cNvPr>
          <p:cNvSpPr/>
          <p:nvPr userDrawn="1"/>
        </p:nvSpPr>
        <p:spPr>
          <a:xfrm>
            <a:off x="0" y="0"/>
            <a:ext cx="12188821" cy="68961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BDE2C4A-51E4-22E5-34FC-145385897F9C}"/>
              </a:ext>
            </a:extLst>
          </p:cNvPr>
          <p:cNvSpPr/>
          <p:nvPr userDrawn="1"/>
        </p:nvSpPr>
        <p:spPr>
          <a:xfrm rot="5400000">
            <a:off x="1408905" y="1905795"/>
            <a:ext cx="228600" cy="304641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75807" y="400051"/>
            <a:ext cx="5637210" cy="2914649"/>
          </a:xfrm>
        </p:spPr>
        <p:txBody>
          <a:bodyPr anchor="b">
            <a:normAutofit/>
          </a:bodyPr>
          <a:lstStyle>
            <a:lvl1pPr algn="ctr">
              <a:defRPr sz="6600" b="0" cap="none" baseline="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7596B62-AE88-2B13-4737-760ED281DF0D}"/>
              </a:ext>
            </a:extLst>
          </p:cNvPr>
          <p:cNvSpPr/>
          <p:nvPr userDrawn="1"/>
        </p:nvSpPr>
        <p:spPr>
          <a:xfrm>
            <a:off x="-77788" y="1320655"/>
            <a:ext cx="3124198" cy="4216690"/>
          </a:xfrm>
          <a:custGeom>
            <a:avLst/>
            <a:gdLst>
              <a:gd name="connsiteX0" fmla="*/ 0 w 3124198"/>
              <a:gd name="connsiteY0" fmla="*/ 0 h 4216690"/>
              <a:gd name="connsiteX1" fmla="*/ 1190290 w 3124198"/>
              <a:gd name="connsiteY1" fmla="*/ 0 h 4216690"/>
              <a:gd name="connsiteX2" fmla="*/ 1191185 w 3124198"/>
              <a:gd name="connsiteY2" fmla="*/ 0 h 4216690"/>
              <a:gd name="connsiteX3" fmla="*/ 1191185 w 3124198"/>
              <a:gd name="connsiteY3" fmla="*/ 25 h 4216690"/>
              <a:gd name="connsiteX4" fmla="*/ 1289808 w 3124198"/>
              <a:gd name="connsiteY4" fmla="*/ 2744 h 4216690"/>
              <a:gd name="connsiteX5" fmla="*/ 3124198 w 3124198"/>
              <a:gd name="connsiteY5" fmla="*/ 2108345 h 4216690"/>
              <a:gd name="connsiteX6" fmla="*/ 1289808 w 3124198"/>
              <a:gd name="connsiteY6" fmla="*/ 4213947 h 4216690"/>
              <a:gd name="connsiteX7" fmla="*/ 1191185 w 3124198"/>
              <a:gd name="connsiteY7" fmla="*/ 4216666 h 4216690"/>
              <a:gd name="connsiteX8" fmla="*/ 1191185 w 3124198"/>
              <a:gd name="connsiteY8" fmla="*/ 4216690 h 4216690"/>
              <a:gd name="connsiteX9" fmla="*/ 1190290 w 3124198"/>
              <a:gd name="connsiteY9" fmla="*/ 4216690 h 4216690"/>
              <a:gd name="connsiteX10" fmla="*/ 0 w 3124198"/>
              <a:gd name="connsiteY10" fmla="*/ 4216690 h 4216690"/>
              <a:gd name="connsiteX11" fmla="*/ 0 w 3124198"/>
              <a:gd name="connsiteY11" fmla="*/ 0 h 4216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124198" h="4216690">
                <a:moveTo>
                  <a:pt x="0" y="0"/>
                </a:moveTo>
                <a:lnTo>
                  <a:pt x="1190290" y="0"/>
                </a:lnTo>
                <a:lnTo>
                  <a:pt x="1191185" y="0"/>
                </a:lnTo>
                <a:lnTo>
                  <a:pt x="1191185" y="25"/>
                </a:lnTo>
                <a:lnTo>
                  <a:pt x="1289808" y="2744"/>
                </a:lnTo>
                <a:cubicBezTo>
                  <a:pt x="2311627" y="59211"/>
                  <a:pt x="3124198" y="980326"/>
                  <a:pt x="3124198" y="2108345"/>
                </a:cubicBezTo>
                <a:cubicBezTo>
                  <a:pt x="3124198" y="3236364"/>
                  <a:pt x="2311627" y="4157479"/>
                  <a:pt x="1289808" y="4213947"/>
                </a:cubicBezTo>
                <a:lnTo>
                  <a:pt x="1191185" y="4216666"/>
                </a:lnTo>
                <a:lnTo>
                  <a:pt x="1191185" y="4216690"/>
                </a:lnTo>
                <a:lnTo>
                  <a:pt x="1190290" y="4216690"/>
                </a:lnTo>
                <a:lnTo>
                  <a:pt x="0" y="4216690"/>
                </a:lnTo>
                <a:lnTo>
                  <a:pt x="0" y="0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5F342F0-65BB-E1BE-652F-9215A70681FA}"/>
              </a:ext>
            </a:extLst>
          </p:cNvPr>
          <p:cNvSpPr/>
          <p:nvPr userDrawn="1"/>
        </p:nvSpPr>
        <p:spPr>
          <a:xfrm rot="10800000">
            <a:off x="9142411" y="1320656"/>
            <a:ext cx="3124198" cy="4216690"/>
          </a:xfrm>
          <a:custGeom>
            <a:avLst/>
            <a:gdLst>
              <a:gd name="connsiteX0" fmla="*/ 0 w 3124198"/>
              <a:gd name="connsiteY0" fmla="*/ 0 h 4216690"/>
              <a:gd name="connsiteX1" fmla="*/ 1190290 w 3124198"/>
              <a:gd name="connsiteY1" fmla="*/ 0 h 4216690"/>
              <a:gd name="connsiteX2" fmla="*/ 1191185 w 3124198"/>
              <a:gd name="connsiteY2" fmla="*/ 0 h 4216690"/>
              <a:gd name="connsiteX3" fmla="*/ 1191185 w 3124198"/>
              <a:gd name="connsiteY3" fmla="*/ 25 h 4216690"/>
              <a:gd name="connsiteX4" fmla="*/ 1289808 w 3124198"/>
              <a:gd name="connsiteY4" fmla="*/ 2744 h 4216690"/>
              <a:gd name="connsiteX5" fmla="*/ 3124198 w 3124198"/>
              <a:gd name="connsiteY5" fmla="*/ 2108345 h 4216690"/>
              <a:gd name="connsiteX6" fmla="*/ 1289808 w 3124198"/>
              <a:gd name="connsiteY6" fmla="*/ 4213947 h 4216690"/>
              <a:gd name="connsiteX7" fmla="*/ 1191185 w 3124198"/>
              <a:gd name="connsiteY7" fmla="*/ 4216666 h 4216690"/>
              <a:gd name="connsiteX8" fmla="*/ 1191185 w 3124198"/>
              <a:gd name="connsiteY8" fmla="*/ 4216690 h 4216690"/>
              <a:gd name="connsiteX9" fmla="*/ 1190290 w 3124198"/>
              <a:gd name="connsiteY9" fmla="*/ 4216690 h 4216690"/>
              <a:gd name="connsiteX10" fmla="*/ 0 w 3124198"/>
              <a:gd name="connsiteY10" fmla="*/ 4216690 h 4216690"/>
              <a:gd name="connsiteX11" fmla="*/ 0 w 3124198"/>
              <a:gd name="connsiteY11" fmla="*/ 0 h 4216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124198" h="4216690">
                <a:moveTo>
                  <a:pt x="0" y="0"/>
                </a:moveTo>
                <a:lnTo>
                  <a:pt x="1190290" y="0"/>
                </a:lnTo>
                <a:lnTo>
                  <a:pt x="1191185" y="0"/>
                </a:lnTo>
                <a:lnTo>
                  <a:pt x="1191185" y="25"/>
                </a:lnTo>
                <a:lnTo>
                  <a:pt x="1289808" y="2744"/>
                </a:lnTo>
                <a:cubicBezTo>
                  <a:pt x="2311627" y="59211"/>
                  <a:pt x="3124198" y="980326"/>
                  <a:pt x="3124198" y="2108345"/>
                </a:cubicBezTo>
                <a:cubicBezTo>
                  <a:pt x="3124198" y="3236364"/>
                  <a:pt x="2311627" y="4157479"/>
                  <a:pt x="1289808" y="4213947"/>
                </a:cubicBezTo>
                <a:lnTo>
                  <a:pt x="1191185" y="4216666"/>
                </a:lnTo>
                <a:lnTo>
                  <a:pt x="1191185" y="4216690"/>
                </a:lnTo>
                <a:lnTo>
                  <a:pt x="1190290" y="4216690"/>
                </a:lnTo>
                <a:lnTo>
                  <a:pt x="0" y="4216690"/>
                </a:lnTo>
                <a:lnTo>
                  <a:pt x="0" y="0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2829EE-FAE8-4936-F0E9-40394A8845E9}"/>
              </a:ext>
            </a:extLst>
          </p:cNvPr>
          <p:cNvSpPr/>
          <p:nvPr userDrawn="1"/>
        </p:nvSpPr>
        <p:spPr>
          <a:xfrm rot="5400000">
            <a:off x="10551316" y="1905795"/>
            <a:ext cx="228600" cy="304641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D069C4-A5BC-A62E-380C-731B8A5B4A0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275807" y="3543300"/>
            <a:ext cx="5637210" cy="2628899"/>
          </a:xfrm>
        </p:spPr>
        <p:txBody>
          <a:bodyPr>
            <a:norm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800"/>
            </a:lvl1pPr>
            <a:lvl2pPr marL="426645" indent="0" algn="ctr">
              <a:lnSpc>
                <a:spcPct val="125000"/>
              </a:lnSpc>
              <a:spcBef>
                <a:spcPts val="0"/>
              </a:spcBef>
              <a:buNone/>
              <a:defRPr sz="1800"/>
            </a:lvl2pPr>
            <a:lvl3pPr marL="853290" indent="0" algn="ctr">
              <a:lnSpc>
                <a:spcPct val="125000"/>
              </a:lnSpc>
              <a:spcBef>
                <a:spcPts val="0"/>
              </a:spcBef>
              <a:buNone/>
              <a:defRPr sz="1800"/>
            </a:lvl3pPr>
            <a:lvl4pPr marL="1279936" indent="0" algn="ctr">
              <a:lnSpc>
                <a:spcPct val="125000"/>
              </a:lnSpc>
              <a:spcBef>
                <a:spcPts val="0"/>
              </a:spcBef>
              <a:buNone/>
              <a:defRPr sz="1800"/>
            </a:lvl4pPr>
            <a:lvl5pPr marL="1706581" indent="0" algn="ctr">
              <a:lnSpc>
                <a:spcPct val="125000"/>
              </a:lnSpc>
              <a:spcBef>
                <a:spcPts val="0"/>
              </a:spcBef>
              <a:buNone/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C4363C-0E28-4487-DD8D-4795AFEE365A}"/>
              </a:ext>
            </a:extLst>
          </p:cNvPr>
          <p:cNvGrpSpPr/>
          <p:nvPr userDrawn="1"/>
        </p:nvGrpSpPr>
        <p:grpSpPr>
          <a:xfrm>
            <a:off x="2140743" y="0"/>
            <a:ext cx="7907338" cy="6858000"/>
            <a:chOff x="2149474" y="0"/>
            <a:chExt cx="7907338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32C5A67C-1FE0-EFD7-3622-A0E27170112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149474" y="0"/>
              <a:ext cx="0" cy="6858000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E395002-4D2E-B59C-FD8E-2BF0DAF6A7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056812" y="0"/>
              <a:ext cx="0" cy="6858000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081E485-D397-61BC-2C0F-36FF7D5F70DE}"/>
              </a:ext>
            </a:extLst>
          </p:cNvPr>
          <p:cNvSpPr/>
          <p:nvPr userDrawn="1"/>
        </p:nvSpPr>
        <p:spPr>
          <a:xfrm>
            <a:off x="1307414" y="-76200"/>
            <a:ext cx="9573996" cy="7028180"/>
          </a:xfrm>
          <a:custGeom>
            <a:avLst/>
            <a:gdLst>
              <a:gd name="connsiteX0" fmla="*/ 1528240 w 9573996"/>
              <a:gd name="connsiteY0" fmla="*/ 0 h 7028180"/>
              <a:gd name="connsiteX1" fmla="*/ 8045757 w 9573996"/>
              <a:gd name="connsiteY1" fmla="*/ 0 h 7028180"/>
              <a:gd name="connsiteX2" fmla="*/ 8171917 w 9573996"/>
              <a:gd name="connsiteY2" fmla="*/ 120282 h 7028180"/>
              <a:gd name="connsiteX3" fmla="*/ 9573996 w 9573996"/>
              <a:gd name="connsiteY3" fmla="*/ 3505201 h 7028180"/>
              <a:gd name="connsiteX4" fmla="*/ 8171917 w 9573996"/>
              <a:gd name="connsiteY4" fmla="*/ 6890120 h 7028180"/>
              <a:gd name="connsiteX5" fmla="*/ 8027110 w 9573996"/>
              <a:gd name="connsiteY5" fmla="*/ 7028180 h 7028180"/>
              <a:gd name="connsiteX6" fmla="*/ 1546886 w 9573996"/>
              <a:gd name="connsiteY6" fmla="*/ 7028180 h 7028180"/>
              <a:gd name="connsiteX7" fmla="*/ 1402080 w 9573996"/>
              <a:gd name="connsiteY7" fmla="*/ 6890120 h 7028180"/>
              <a:gd name="connsiteX8" fmla="*/ 0 w 9573996"/>
              <a:gd name="connsiteY8" fmla="*/ 3505201 h 7028180"/>
              <a:gd name="connsiteX9" fmla="*/ 1402080 w 9573996"/>
              <a:gd name="connsiteY9" fmla="*/ 120282 h 70281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573996" h="7028180">
                <a:moveTo>
                  <a:pt x="1528240" y="0"/>
                </a:moveTo>
                <a:lnTo>
                  <a:pt x="8045757" y="0"/>
                </a:lnTo>
                <a:lnTo>
                  <a:pt x="8171917" y="120282"/>
                </a:lnTo>
                <a:cubicBezTo>
                  <a:pt x="9038193" y="986559"/>
                  <a:pt x="9573996" y="2183308"/>
                  <a:pt x="9573996" y="3505201"/>
                </a:cubicBezTo>
                <a:cubicBezTo>
                  <a:pt x="9573996" y="4827094"/>
                  <a:pt x="9038193" y="6023844"/>
                  <a:pt x="8171917" y="6890120"/>
                </a:cubicBezTo>
                <a:lnTo>
                  <a:pt x="8027110" y="7028180"/>
                </a:lnTo>
                <a:lnTo>
                  <a:pt x="1546886" y="7028180"/>
                </a:lnTo>
                <a:lnTo>
                  <a:pt x="1402080" y="6890120"/>
                </a:lnTo>
                <a:cubicBezTo>
                  <a:pt x="535803" y="6023844"/>
                  <a:pt x="0" y="4827094"/>
                  <a:pt x="0" y="3505201"/>
                </a:cubicBezTo>
                <a:cubicBezTo>
                  <a:pt x="0" y="2183308"/>
                  <a:pt x="535803" y="986559"/>
                  <a:pt x="1402080" y="120282"/>
                </a:cubicBez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F90ACEC0-6BFA-2DA0-ED08-79C4EC859EB3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117309" y="6400801"/>
            <a:ext cx="1828800" cy="320675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47ABA4AB-6D23-2D78-B42D-A7E807240A3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2986262" y="6400801"/>
            <a:ext cx="6216301" cy="32067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748AFBD6-B449-C601-9AB8-58707B05A1E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3652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white and pink gradient&#10;&#10;Description automatically generated">
            <a:extLst>
              <a:ext uri="{FF2B5EF4-FFF2-40B4-BE49-F238E27FC236}">
                <a16:creationId xmlns:a16="http://schemas.microsoft.com/office/drawing/2014/main" id="{AFD3AE5C-5EE6-128A-599C-F64250BE3C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4A3112D-1CC4-8A63-2EF0-72CADC5F5182}"/>
              </a:ext>
            </a:extLst>
          </p:cNvPr>
          <p:cNvSpPr/>
          <p:nvPr userDrawn="1"/>
        </p:nvSpPr>
        <p:spPr>
          <a:xfrm>
            <a:off x="0" y="0"/>
            <a:ext cx="12216032" cy="68961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CADB272-55CB-FE7D-174B-0351CF041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418" y="990600"/>
            <a:ext cx="4343392" cy="4715764"/>
          </a:xfr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AF5B2CBB-3979-2A22-F797-B64A715A44B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61756" y="990600"/>
            <a:ext cx="3962387" cy="4715764"/>
          </a:xfrm>
        </p:spPr>
        <p:txBody>
          <a:bodyPr anchor="ctr">
            <a:normAutofit/>
          </a:bodyPr>
          <a:lstStyle>
            <a:lvl1pPr marL="285750" indent="-285750">
              <a:lnSpc>
                <a:spcPct val="125000"/>
              </a:lnSpc>
              <a:buFont typeface="Arial" panose="020B0604020202020204" pitchFamily="34" charset="0"/>
              <a:buChar char="•"/>
              <a:defRPr sz="1800"/>
            </a:lvl1pPr>
            <a:lvl2pPr marL="712395" indent="-285750">
              <a:lnSpc>
                <a:spcPct val="125000"/>
              </a:lnSpc>
              <a:buFont typeface="Arial" panose="020B0604020202020204" pitchFamily="34" charset="0"/>
              <a:buChar char="•"/>
              <a:defRPr sz="1800"/>
            </a:lvl2pPr>
            <a:lvl3pPr marL="1139040" indent="-285750">
              <a:lnSpc>
                <a:spcPct val="125000"/>
              </a:lnSpc>
              <a:buFont typeface="Arial" panose="020B0604020202020204" pitchFamily="34" charset="0"/>
              <a:buChar char="•"/>
              <a:defRPr sz="1800"/>
            </a:lvl3pPr>
            <a:lvl4pPr marL="1565686" indent="-285750">
              <a:lnSpc>
                <a:spcPct val="125000"/>
              </a:lnSpc>
              <a:buFont typeface="Arial" panose="020B0604020202020204" pitchFamily="34" charset="0"/>
              <a:buChar char="•"/>
              <a:defRPr sz="1800"/>
            </a:lvl4pPr>
            <a:lvl5pPr marL="1992331" indent="-285750">
              <a:lnSpc>
                <a:spcPct val="125000"/>
              </a:lnSpc>
              <a:buFont typeface="Arial" panose="020B0604020202020204" pitchFamily="34" charset="0"/>
              <a:buChar char="•"/>
              <a:defRPr sz="1800"/>
            </a:lvl5pPr>
            <a:lvl6pPr marL="2011328">
              <a:defRPr sz="1800"/>
            </a:lvl6pPr>
            <a:lvl7pPr marL="2011328">
              <a:defRPr sz="1800"/>
            </a:lvl7pPr>
            <a:lvl8pPr marL="2011328">
              <a:defRPr sz="1800"/>
            </a:lvl8pPr>
            <a:lvl9pPr marL="2011328"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/>
              <a:t>‹#›</a:t>
            </a:fld>
            <a:endParaRPr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2AE610D-4CF6-FA56-B72E-DB9027EB9A95}"/>
              </a:ext>
            </a:extLst>
          </p:cNvPr>
          <p:cNvCxnSpPr>
            <a:cxnSpLocks/>
          </p:cNvCxnSpPr>
          <p:nvPr userDrawn="1"/>
        </p:nvCxnSpPr>
        <p:spPr>
          <a:xfrm>
            <a:off x="1141412" y="0"/>
            <a:ext cx="0" cy="68580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7A26EB3-62BA-B7F9-D731-A7BACBB53EB5}"/>
              </a:ext>
            </a:extLst>
          </p:cNvPr>
          <p:cNvSpPr/>
          <p:nvPr userDrawn="1"/>
        </p:nvSpPr>
        <p:spPr>
          <a:xfrm>
            <a:off x="-1588" y="457200"/>
            <a:ext cx="11648687" cy="5943600"/>
          </a:xfrm>
          <a:custGeom>
            <a:avLst/>
            <a:gdLst>
              <a:gd name="connsiteX0" fmla="*/ 0 w 12188825"/>
              <a:gd name="connsiteY0" fmla="*/ 0 h 6858000"/>
              <a:gd name="connsiteX1" fmla="*/ 8759825 w 12188825"/>
              <a:gd name="connsiteY1" fmla="*/ 0 h 6858000"/>
              <a:gd name="connsiteX2" fmla="*/ 8761412 w 12188825"/>
              <a:gd name="connsiteY2" fmla="*/ 0 h 6858000"/>
              <a:gd name="connsiteX3" fmla="*/ 8761412 w 12188825"/>
              <a:gd name="connsiteY3" fmla="*/ 40 h 6858000"/>
              <a:gd name="connsiteX4" fmla="*/ 8936281 w 12188825"/>
              <a:gd name="connsiteY4" fmla="*/ 4462 h 6858000"/>
              <a:gd name="connsiteX5" fmla="*/ 12188825 w 12188825"/>
              <a:gd name="connsiteY5" fmla="*/ 3429000 h 6858000"/>
              <a:gd name="connsiteX6" fmla="*/ 8936281 w 12188825"/>
              <a:gd name="connsiteY6" fmla="*/ 6853538 h 6858000"/>
              <a:gd name="connsiteX7" fmla="*/ 8761412 w 12188825"/>
              <a:gd name="connsiteY7" fmla="*/ 6857960 h 6858000"/>
              <a:gd name="connsiteX8" fmla="*/ 8761412 w 12188825"/>
              <a:gd name="connsiteY8" fmla="*/ 6858000 h 6858000"/>
              <a:gd name="connsiteX9" fmla="*/ 8759825 w 12188825"/>
              <a:gd name="connsiteY9" fmla="*/ 6858000 h 6858000"/>
              <a:gd name="connsiteX10" fmla="*/ 0 w 12188825"/>
              <a:gd name="connsiteY1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8825" h="6858000">
                <a:moveTo>
                  <a:pt x="0" y="0"/>
                </a:moveTo>
                <a:lnTo>
                  <a:pt x="8759825" y="0"/>
                </a:lnTo>
                <a:lnTo>
                  <a:pt x="8761412" y="0"/>
                </a:lnTo>
                <a:lnTo>
                  <a:pt x="8761412" y="40"/>
                </a:lnTo>
                <a:lnTo>
                  <a:pt x="8936281" y="4462"/>
                </a:lnTo>
                <a:cubicBezTo>
                  <a:pt x="10748061" y="96301"/>
                  <a:pt x="12188825" y="1594397"/>
                  <a:pt x="12188825" y="3429000"/>
                </a:cubicBezTo>
                <a:cubicBezTo>
                  <a:pt x="12188825" y="5263603"/>
                  <a:pt x="10748061" y="6761699"/>
                  <a:pt x="8936281" y="6853538"/>
                </a:cubicBezTo>
                <a:lnTo>
                  <a:pt x="8761412" y="6857960"/>
                </a:lnTo>
                <a:lnTo>
                  <a:pt x="8761412" y="6858000"/>
                </a:lnTo>
                <a:lnTo>
                  <a:pt x="8759825" y="6858000"/>
                </a:lnTo>
                <a:lnTo>
                  <a:pt x="0" y="6858000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8A5A68F0-4988-52DC-8A0D-E776BFE86A27}"/>
              </a:ext>
            </a:extLst>
          </p:cNvPr>
          <p:cNvSpPr/>
          <p:nvPr userDrawn="1"/>
        </p:nvSpPr>
        <p:spPr>
          <a:xfrm>
            <a:off x="0" y="0"/>
            <a:ext cx="12188825" cy="6858000"/>
          </a:xfrm>
          <a:custGeom>
            <a:avLst/>
            <a:gdLst>
              <a:gd name="connsiteX0" fmla="*/ 0 w 12188825"/>
              <a:gd name="connsiteY0" fmla="*/ 0 h 6858000"/>
              <a:gd name="connsiteX1" fmla="*/ 8759825 w 12188825"/>
              <a:gd name="connsiteY1" fmla="*/ 0 h 6858000"/>
              <a:gd name="connsiteX2" fmla="*/ 8761412 w 12188825"/>
              <a:gd name="connsiteY2" fmla="*/ 0 h 6858000"/>
              <a:gd name="connsiteX3" fmla="*/ 8761412 w 12188825"/>
              <a:gd name="connsiteY3" fmla="*/ 40 h 6858000"/>
              <a:gd name="connsiteX4" fmla="*/ 8936281 w 12188825"/>
              <a:gd name="connsiteY4" fmla="*/ 4462 h 6858000"/>
              <a:gd name="connsiteX5" fmla="*/ 12188825 w 12188825"/>
              <a:gd name="connsiteY5" fmla="*/ 3429000 h 6858000"/>
              <a:gd name="connsiteX6" fmla="*/ 8936281 w 12188825"/>
              <a:gd name="connsiteY6" fmla="*/ 6853538 h 6858000"/>
              <a:gd name="connsiteX7" fmla="*/ 8761412 w 12188825"/>
              <a:gd name="connsiteY7" fmla="*/ 6857960 h 6858000"/>
              <a:gd name="connsiteX8" fmla="*/ 8761412 w 12188825"/>
              <a:gd name="connsiteY8" fmla="*/ 6858000 h 6858000"/>
              <a:gd name="connsiteX9" fmla="*/ 8759825 w 12188825"/>
              <a:gd name="connsiteY9" fmla="*/ 6858000 h 6858000"/>
              <a:gd name="connsiteX10" fmla="*/ 0 w 12188825"/>
              <a:gd name="connsiteY1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8825" h="6858000">
                <a:moveTo>
                  <a:pt x="0" y="0"/>
                </a:moveTo>
                <a:lnTo>
                  <a:pt x="8759825" y="0"/>
                </a:lnTo>
                <a:lnTo>
                  <a:pt x="8761412" y="0"/>
                </a:lnTo>
                <a:lnTo>
                  <a:pt x="8761412" y="40"/>
                </a:lnTo>
                <a:lnTo>
                  <a:pt x="8936281" y="4462"/>
                </a:lnTo>
                <a:cubicBezTo>
                  <a:pt x="10748061" y="96301"/>
                  <a:pt x="12188825" y="1594397"/>
                  <a:pt x="12188825" y="3429000"/>
                </a:cubicBezTo>
                <a:cubicBezTo>
                  <a:pt x="12188825" y="5263603"/>
                  <a:pt x="10748061" y="6761699"/>
                  <a:pt x="8936281" y="6853538"/>
                </a:cubicBezTo>
                <a:lnTo>
                  <a:pt x="8761412" y="6857960"/>
                </a:lnTo>
                <a:lnTo>
                  <a:pt x="8761412" y="6858000"/>
                </a:lnTo>
                <a:lnTo>
                  <a:pt x="8759825" y="6858000"/>
                </a:lnTo>
                <a:lnTo>
                  <a:pt x="0" y="6858000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7A0378-FB31-B667-C592-D038F6A702A4}"/>
              </a:ext>
            </a:extLst>
          </p:cNvPr>
          <p:cNvSpPr/>
          <p:nvPr userDrawn="1"/>
        </p:nvSpPr>
        <p:spPr>
          <a:xfrm>
            <a:off x="3492" y="0"/>
            <a:ext cx="228600" cy="685800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1C606A95-3B8A-55B0-D0DB-19A40402FF9E}"/>
              </a:ext>
            </a:extLst>
          </p:cNvPr>
          <p:cNvSpPr/>
          <p:nvPr userDrawn="1"/>
        </p:nvSpPr>
        <p:spPr>
          <a:xfrm>
            <a:off x="10940044" y="2156118"/>
            <a:ext cx="1373186" cy="2545766"/>
          </a:xfrm>
          <a:custGeom>
            <a:avLst/>
            <a:gdLst>
              <a:gd name="connsiteX0" fmla="*/ 1272884 w 1373186"/>
              <a:gd name="connsiteY0" fmla="*/ 0 h 2545766"/>
              <a:gd name="connsiteX1" fmla="*/ 1373186 w 1373186"/>
              <a:gd name="connsiteY1" fmla="*/ 5065 h 2545766"/>
              <a:gd name="connsiteX2" fmla="*/ 1373186 w 1373186"/>
              <a:gd name="connsiteY2" fmla="*/ 2540701 h 2545766"/>
              <a:gd name="connsiteX3" fmla="*/ 1272884 w 1373186"/>
              <a:gd name="connsiteY3" fmla="*/ 2545766 h 2545766"/>
              <a:gd name="connsiteX4" fmla="*/ 0 w 1373186"/>
              <a:gd name="connsiteY4" fmla="*/ 1272883 h 2545766"/>
              <a:gd name="connsiteX5" fmla="*/ 1272884 w 1373186"/>
              <a:gd name="connsiteY5" fmla="*/ 0 h 2545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73186" h="2545766">
                <a:moveTo>
                  <a:pt x="1272884" y="0"/>
                </a:moveTo>
                <a:lnTo>
                  <a:pt x="1373186" y="5065"/>
                </a:lnTo>
                <a:lnTo>
                  <a:pt x="1373186" y="2540701"/>
                </a:lnTo>
                <a:lnTo>
                  <a:pt x="1272884" y="2545766"/>
                </a:lnTo>
                <a:cubicBezTo>
                  <a:pt x="569890" y="2545766"/>
                  <a:pt x="0" y="1975877"/>
                  <a:pt x="0" y="1272883"/>
                </a:cubicBezTo>
                <a:cubicBezTo>
                  <a:pt x="0" y="569889"/>
                  <a:pt x="569890" y="0"/>
                  <a:pt x="1272884" y="0"/>
                </a:cubicBez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E1B804C-E94C-3C9E-FE43-6B499E74BD7E}"/>
              </a:ext>
            </a:extLst>
          </p:cNvPr>
          <p:cNvSpPr/>
          <p:nvPr userDrawn="1"/>
        </p:nvSpPr>
        <p:spPr>
          <a:xfrm rot="16200000" flipH="1">
            <a:off x="11450135" y="2804611"/>
            <a:ext cx="228600" cy="1248782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5577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+ Picture"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urry pink and blue background&#10;&#10;Description automatically generated">
            <a:extLst>
              <a:ext uri="{FF2B5EF4-FFF2-40B4-BE49-F238E27FC236}">
                <a16:creationId xmlns:a16="http://schemas.microsoft.com/office/drawing/2014/main" id="{E8A8B540-69F8-F41E-F63E-7655219512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116D86-F5C8-781F-E058-31A29562AFBB}"/>
              </a:ext>
            </a:extLst>
          </p:cNvPr>
          <p:cNvSpPr/>
          <p:nvPr userDrawn="1"/>
        </p:nvSpPr>
        <p:spPr>
          <a:xfrm>
            <a:off x="-64" y="0"/>
            <a:ext cx="12188952" cy="6858000"/>
          </a:xfrm>
          <a:prstGeom prst="rect">
            <a:avLst/>
          </a:prstGeom>
          <a:solidFill>
            <a:schemeClr val="bg1"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13113" y="1612902"/>
            <a:ext cx="5562599" cy="3632196"/>
          </a:xfrm>
        </p:spPr>
        <p:txBody>
          <a:bodyPr anchor="ctr">
            <a:normAutofit/>
          </a:bodyPr>
          <a:lstStyle>
            <a:lvl1pPr algn="ctr">
              <a:defRPr sz="6600" b="0" cap="none" baseline="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3E7C6DB-C998-DD1E-38ED-E0BE6C1E2E0C}"/>
              </a:ext>
            </a:extLst>
          </p:cNvPr>
          <p:cNvSpPr/>
          <p:nvPr userDrawn="1"/>
        </p:nvSpPr>
        <p:spPr>
          <a:xfrm>
            <a:off x="3046412" y="381000"/>
            <a:ext cx="6096000" cy="6096000"/>
          </a:xfrm>
          <a:prstGeom prst="ellipse">
            <a:avLst/>
          </a:pr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7596B62-AE88-2B13-4737-760ED281DF0D}"/>
              </a:ext>
            </a:extLst>
          </p:cNvPr>
          <p:cNvSpPr/>
          <p:nvPr userDrawn="1"/>
        </p:nvSpPr>
        <p:spPr>
          <a:xfrm>
            <a:off x="-77788" y="1320655"/>
            <a:ext cx="3124198" cy="4216690"/>
          </a:xfrm>
          <a:custGeom>
            <a:avLst/>
            <a:gdLst>
              <a:gd name="connsiteX0" fmla="*/ 0 w 3124198"/>
              <a:gd name="connsiteY0" fmla="*/ 0 h 4216690"/>
              <a:gd name="connsiteX1" fmla="*/ 1190290 w 3124198"/>
              <a:gd name="connsiteY1" fmla="*/ 0 h 4216690"/>
              <a:gd name="connsiteX2" fmla="*/ 1191185 w 3124198"/>
              <a:gd name="connsiteY2" fmla="*/ 0 h 4216690"/>
              <a:gd name="connsiteX3" fmla="*/ 1191185 w 3124198"/>
              <a:gd name="connsiteY3" fmla="*/ 25 h 4216690"/>
              <a:gd name="connsiteX4" fmla="*/ 1289808 w 3124198"/>
              <a:gd name="connsiteY4" fmla="*/ 2744 h 4216690"/>
              <a:gd name="connsiteX5" fmla="*/ 3124198 w 3124198"/>
              <a:gd name="connsiteY5" fmla="*/ 2108345 h 4216690"/>
              <a:gd name="connsiteX6" fmla="*/ 1289808 w 3124198"/>
              <a:gd name="connsiteY6" fmla="*/ 4213947 h 4216690"/>
              <a:gd name="connsiteX7" fmla="*/ 1191185 w 3124198"/>
              <a:gd name="connsiteY7" fmla="*/ 4216666 h 4216690"/>
              <a:gd name="connsiteX8" fmla="*/ 1191185 w 3124198"/>
              <a:gd name="connsiteY8" fmla="*/ 4216690 h 4216690"/>
              <a:gd name="connsiteX9" fmla="*/ 1190290 w 3124198"/>
              <a:gd name="connsiteY9" fmla="*/ 4216690 h 4216690"/>
              <a:gd name="connsiteX10" fmla="*/ 0 w 3124198"/>
              <a:gd name="connsiteY10" fmla="*/ 4216690 h 4216690"/>
              <a:gd name="connsiteX11" fmla="*/ 0 w 3124198"/>
              <a:gd name="connsiteY11" fmla="*/ 0 h 4216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124198" h="4216690">
                <a:moveTo>
                  <a:pt x="0" y="0"/>
                </a:moveTo>
                <a:lnTo>
                  <a:pt x="1190290" y="0"/>
                </a:lnTo>
                <a:lnTo>
                  <a:pt x="1191185" y="0"/>
                </a:lnTo>
                <a:lnTo>
                  <a:pt x="1191185" y="25"/>
                </a:lnTo>
                <a:lnTo>
                  <a:pt x="1289808" y="2744"/>
                </a:lnTo>
                <a:cubicBezTo>
                  <a:pt x="2311627" y="59211"/>
                  <a:pt x="3124198" y="980326"/>
                  <a:pt x="3124198" y="2108345"/>
                </a:cubicBezTo>
                <a:cubicBezTo>
                  <a:pt x="3124198" y="3236364"/>
                  <a:pt x="2311627" y="4157479"/>
                  <a:pt x="1289808" y="4213947"/>
                </a:cubicBezTo>
                <a:lnTo>
                  <a:pt x="1191185" y="4216666"/>
                </a:lnTo>
                <a:lnTo>
                  <a:pt x="1191185" y="4216690"/>
                </a:lnTo>
                <a:lnTo>
                  <a:pt x="1190290" y="4216690"/>
                </a:lnTo>
                <a:lnTo>
                  <a:pt x="0" y="4216690"/>
                </a:lnTo>
                <a:lnTo>
                  <a:pt x="0" y="0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5F342F0-65BB-E1BE-652F-9215A70681FA}"/>
              </a:ext>
            </a:extLst>
          </p:cNvPr>
          <p:cNvSpPr/>
          <p:nvPr userDrawn="1"/>
        </p:nvSpPr>
        <p:spPr>
          <a:xfrm rot="10800000">
            <a:off x="9142411" y="1320656"/>
            <a:ext cx="3124198" cy="4216690"/>
          </a:xfrm>
          <a:custGeom>
            <a:avLst/>
            <a:gdLst>
              <a:gd name="connsiteX0" fmla="*/ 0 w 3124198"/>
              <a:gd name="connsiteY0" fmla="*/ 0 h 4216690"/>
              <a:gd name="connsiteX1" fmla="*/ 1190290 w 3124198"/>
              <a:gd name="connsiteY1" fmla="*/ 0 h 4216690"/>
              <a:gd name="connsiteX2" fmla="*/ 1191185 w 3124198"/>
              <a:gd name="connsiteY2" fmla="*/ 0 h 4216690"/>
              <a:gd name="connsiteX3" fmla="*/ 1191185 w 3124198"/>
              <a:gd name="connsiteY3" fmla="*/ 25 h 4216690"/>
              <a:gd name="connsiteX4" fmla="*/ 1289808 w 3124198"/>
              <a:gd name="connsiteY4" fmla="*/ 2744 h 4216690"/>
              <a:gd name="connsiteX5" fmla="*/ 3124198 w 3124198"/>
              <a:gd name="connsiteY5" fmla="*/ 2108345 h 4216690"/>
              <a:gd name="connsiteX6" fmla="*/ 1289808 w 3124198"/>
              <a:gd name="connsiteY6" fmla="*/ 4213947 h 4216690"/>
              <a:gd name="connsiteX7" fmla="*/ 1191185 w 3124198"/>
              <a:gd name="connsiteY7" fmla="*/ 4216666 h 4216690"/>
              <a:gd name="connsiteX8" fmla="*/ 1191185 w 3124198"/>
              <a:gd name="connsiteY8" fmla="*/ 4216690 h 4216690"/>
              <a:gd name="connsiteX9" fmla="*/ 1190290 w 3124198"/>
              <a:gd name="connsiteY9" fmla="*/ 4216690 h 4216690"/>
              <a:gd name="connsiteX10" fmla="*/ 0 w 3124198"/>
              <a:gd name="connsiteY10" fmla="*/ 4216690 h 4216690"/>
              <a:gd name="connsiteX11" fmla="*/ 0 w 3124198"/>
              <a:gd name="connsiteY11" fmla="*/ 0 h 4216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124198" h="4216690">
                <a:moveTo>
                  <a:pt x="0" y="0"/>
                </a:moveTo>
                <a:lnTo>
                  <a:pt x="1190290" y="0"/>
                </a:lnTo>
                <a:lnTo>
                  <a:pt x="1191185" y="0"/>
                </a:lnTo>
                <a:lnTo>
                  <a:pt x="1191185" y="25"/>
                </a:lnTo>
                <a:lnTo>
                  <a:pt x="1289808" y="2744"/>
                </a:lnTo>
                <a:cubicBezTo>
                  <a:pt x="2311627" y="59211"/>
                  <a:pt x="3124198" y="980326"/>
                  <a:pt x="3124198" y="2108345"/>
                </a:cubicBezTo>
                <a:cubicBezTo>
                  <a:pt x="3124198" y="3236364"/>
                  <a:pt x="2311627" y="4157479"/>
                  <a:pt x="1289808" y="4213947"/>
                </a:cubicBezTo>
                <a:lnTo>
                  <a:pt x="1191185" y="4216666"/>
                </a:lnTo>
                <a:lnTo>
                  <a:pt x="1191185" y="4216690"/>
                </a:lnTo>
                <a:lnTo>
                  <a:pt x="1190290" y="4216690"/>
                </a:lnTo>
                <a:lnTo>
                  <a:pt x="0" y="4216690"/>
                </a:lnTo>
                <a:lnTo>
                  <a:pt x="0" y="0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FA65168-DB7F-A8BD-1D2A-287AF1AA6DF5}"/>
              </a:ext>
            </a:extLst>
          </p:cNvPr>
          <p:cNvCxnSpPr>
            <a:cxnSpLocks/>
          </p:cNvCxnSpPr>
          <p:nvPr userDrawn="1"/>
        </p:nvCxnSpPr>
        <p:spPr>
          <a:xfrm>
            <a:off x="0" y="1320655"/>
            <a:ext cx="12188824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3D61883-92E2-1B00-77ED-EA1A2A204BA5}"/>
              </a:ext>
            </a:extLst>
          </p:cNvPr>
          <p:cNvCxnSpPr>
            <a:cxnSpLocks/>
          </p:cNvCxnSpPr>
          <p:nvPr userDrawn="1"/>
        </p:nvCxnSpPr>
        <p:spPr>
          <a:xfrm>
            <a:off x="0" y="5537345"/>
            <a:ext cx="12188824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9A7359CE-3521-B84A-F5F9-81097247776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77790" y="1320650"/>
            <a:ext cx="3124198" cy="4216690"/>
          </a:xfrm>
          <a:custGeom>
            <a:avLst/>
            <a:gdLst>
              <a:gd name="connsiteX0" fmla="*/ 879796 w 3124198"/>
              <a:gd name="connsiteY0" fmla="*/ 0 h 4216690"/>
              <a:gd name="connsiteX1" fmla="*/ 1190290 w 3124198"/>
              <a:gd name="connsiteY1" fmla="*/ 0 h 4216690"/>
              <a:gd name="connsiteX2" fmla="*/ 1191185 w 3124198"/>
              <a:gd name="connsiteY2" fmla="*/ 0 h 4216690"/>
              <a:gd name="connsiteX3" fmla="*/ 1191185 w 3124198"/>
              <a:gd name="connsiteY3" fmla="*/ 25 h 4216690"/>
              <a:gd name="connsiteX4" fmla="*/ 1289808 w 3124198"/>
              <a:gd name="connsiteY4" fmla="*/ 2744 h 4216690"/>
              <a:gd name="connsiteX5" fmla="*/ 3124198 w 3124198"/>
              <a:gd name="connsiteY5" fmla="*/ 2108345 h 4216690"/>
              <a:gd name="connsiteX6" fmla="*/ 1289808 w 3124198"/>
              <a:gd name="connsiteY6" fmla="*/ 4213947 h 4216690"/>
              <a:gd name="connsiteX7" fmla="*/ 1191185 w 3124198"/>
              <a:gd name="connsiteY7" fmla="*/ 4216666 h 4216690"/>
              <a:gd name="connsiteX8" fmla="*/ 1191185 w 3124198"/>
              <a:gd name="connsiteY8" fmla="*/ 4216690 h 4216690"/>
              <a:gd name="connsiteX9" fmla="*/ 1190290 w 3124198"/>
              <a:gd name="connsiteY9" fmla="*/ 4216690 h 4216690"/>
              <a:gd name="connsiteX10" fmla="*/ 879796 w 3124198"/>
              <a:gd name="connsiteY10" fmla="*/ 4216690 h 4216690"/>
              <a:gd name="connsiteX11" fmla="*/ 0 w 3124198"/>
              <a:gd name="connsiteY11" fmla="*/ 0 h 4216690"/>
              <a:gd name="connsiteX12" fmla="*/ 651196 w 3124198"/>
              <a:gd name="connsiteY12" fmla="*/ 0 h 4216690"/>
              <a:gd name="connsiteX13" fmla="*/ 651196 w 3124198"/>
              <a:gd name="connsiteY13" fmla="*/ 4216690 h 4216690"/>
              <a:gd name="connsiteX14" fmla="*/ 0 w 3124198"/>
              <a:gd name="connsiteY14" fmla="*/ 4216690 h 4216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124198" h="4216690">
                <a:moveTo>
                  <a:pt x="879796" y="0"/>
                </a:moveTo>
                <a:lnTo>
                  <a:pt x="1190290" y="0"/>
                </a:lnTo>
                <a:lnTo>
                  <a:pt x="1191185" y="0"/>
                </a:lnTo>
                <a:lnTo>
                  <a:pt x="1191185" y="25"/>
                </a:lnTo>
                <a:lnTo>
                  <a:pt x="1289808" y="2744"/>
                </a:lnTo>
                <a:cubicBezTo>
                  <a:pt x="2311627" y="59211"/>
                  <a:pt x="3124198" y="980326"/>
                  <a:pt x="3124198" y="2108345"/>
                </a:cubicBezTo>
                <a:cubicBezTo>
                  <a:pt x="3124198" y="3236364"/>
                  <a:pt x="2311627" y="4157479"/>
                  <a:pt x="1289808" y="4213947"/>
                </a:cubicBezTo>
                <a:lnTo>
                  <a:pt x="1191185" y="4216666"/>
                </a:lnTo>
                <a:lnTo>
                  <a:pt x="1191185" y="4216690"/>
                </a:lnTo>
                <a:lnTo>
                  <a:pt x="1190290" y="4216690"/>
                </a:lnTo>
                <a:lnTo>
                  <a:pt x="879796" y="4216690"/>
                </a:lnTo>
                <a:close/>
                <a:moveTo>
                  <a:pt x="0" y="0"/>
                </a:moveTo>
                <a:lnTo>
                  <a:pt x="651196" y="0"/>
                </a:lnTo>
                <a:lnTo>
                  <a:pt x="651196" y="4216690"/>
                </a:lnTo>
                <a:lnTo>
                  <a:pt x="0" y="421669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229D6EC-ACFF-1BB5-B5F2-348BF7C4894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142411" y="1339705"/>
            <a:ext cx="3124198" cy="4216690"/>
          </a:xfrm>
          <a:custGeom>
            <a:avLst/>
            <a:gdLst>
              <a:gd name="connsiteX0" fmla="*/ 2476500 w 3124198"/>
              <a:gd name="connsiteY0" fmla="*/ 0 h 4216690"/>
              <a:gd name="connsiteX1" fmla="*/ 3124198 w 3124198"/>
              <a:gd name="connsiteY1" fmla="*/ 0 h 4216690"/>
              <a:gd name="connsiteX2" fmla="*/ 3124198 w 3124198"/>
              <a:gd name="connsiteY2" fmla="*/ 4216690 h 4216690"/>
              <a:gd name="connsiteX3" fmla="*/ 2476500 w 3124198"/>
              <a:gd name="connsiteY3" fmla="*/ 4216690 h 4216690"/>
              <a:gd name="connsiteX4" fmla="*/ 1933013 w 3124198"/>
              <a:gd name="connsiteY4" fmla="*/ 0 h 4216690"/>
              <a:gd name="connsiteX5" fmla="*/ 1933908 w 3124198"/>
              <a:gd name="connsiteY5" fmla="*/ 0 h 4216690"/>
              <a:gd name="connsiteX6" fmla="*/ 2247900 w 3124198"/>
              <a:gd name="connsiteY6" fmla="*/ 0 h 4216690"/>
              <a:gd name="connsiteX7" fmla="*/ 2247900 w 3124198"/>
              <a:gd name="connsiteY7" fmla="*/ 4216690 h 4216690"/>
              <a:gd name="connsiteX8" fmla="*/ 1933908 w 3124198"/>
              <a:gd name="connsiteY8" fmla="*/ 4216690 h 4216690"/>
              <a:gd name="connsiteX9" fmla="*/ 1933013 w 3124198"/>
              <a:gd name="connsiteY9" fmla="*/ 4216690 h 4216690"/>
              <a:gd name="connsiteX10" fmla="*/ 1933013 w 3124198"/>
              <a:gd name="connsiteY10" fmla="*/ 4216665 h 4216690"/>
              <a:gd name="connsiteX11" fmla="*/ 1834390 w 3124198"/>
              <a:gd name="connsiteY11" fmla="*/ 4213946 h 4216690"/>
              <a:gd name="connsiteX12" fmla="*/ 0 w 3124198"/>
              <a:gd name="connsiteY12" fmla="*/ 2108345 h 4216690"/>
              <a:gd name="connsiteX13" fmla="*/ 1834390 w 3124198"/>
              <a:gd name="connsiteY13" fmla="*/ 2743 h 4216690"/>
              <a:gd name="connsiteX14" fmla="*/ 1933013 w 3124198"/>
              <a:gd name="connsiteY14" fmla="*/ 24 h 4216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124198" h="4216690">
                <a:moveTo>
                  <a:pt x="2476500" y="0"/>
                </a:moveTo>
                <a:lnTo>
                  <a:pt x="3124198" y="0"/>
                </a:lnTo>
                <a:lnTo>
                  <a:pt x="3124198" y="4216690"/>
                </a:lnTo>
                <a:lnTo>
                  <a:pt x="2476500" y="4216690"/>
                </a:lnTo>
                <a:close/>
                <a:moveTo>
                  <a:pt x="1933013" y="0"/>
                </a:moveTo>
                <a:lnTo>
                  <a:pt x="1933908" y="0"/>
                </a:lnTo>
                <a:lnTo>
                  <a:pt x="2247900" y="0"/>
                </a:lnTo>
                <a:lnTo>
                  <a:pt x="2247900" y="4216690"/>
                </a:lnTo>
                <a:lnTo>
                  <a:pt x="1933908" y="4216690"/>
                </a:lnTo>
                <a:lnTo>
                  <a:pt x="1933013" y="4216690"/>
                </a:lnTo>
                <a:lnTo>
                  <a:pt x="1933013" y="4216665"/>
                </a:lnTo>
                <a:lnTo>
                  <a:pt x="1834390" y="4213946"/>
                </a:lnTo>
                <a:cubicBezTo>
                  <a:pt x="812571" y="4157479"/>
                  <a:pt x="0" y="3236364"/>
                  <a:pt x="0" y="2108345"/>
                </a:cubicBezTo>
                <a:cubicBezTo>
                  <a:pt x="0" y="980326"/>
                  <a:pt x="812571" y="59211"/>
                  <a:pt x="1834390" y="2743"/>
                </a:cubicBezTo>
                <a:lnTo>
                  <a:pt x="1933013" y="24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3AE912-484D-5F4B-778B-3474F5CDC1E7}"/>
              </a:ext>
            </a:extLst>
          </p:cNvPr>
          <p:cNvSpPr/>
          <p:nvPr userDrawn="1"/>
        </p:nvSpPr>
        <p:spPr>
          <a:xfrm rot="10800000">
            <a:off x="11390311" y="-1"/>
            <a:ext cx="228600" cy="6857994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B5ED4CE-ACD4-3D61-33D8-3FDC92555E76}"/>
              </a:ext>
            </a:extLst>
          </p:cNvPr>
          <p:cNvSpPr/>
          <p:nvPr userDrawn="1"/>
        </p:nvSpPr>
        <p:spPr>
          <a:xfrm rot="10800000">
            <a:off x="573406" y="-2"/>
            <a:ext cx="228600" cy="6857994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6340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close-up of a person's face&#10;&#10;Description automatically generated">
            <a:extLst>
              <a:ext uri="{FF2B5EF4-FFF2-40B4-BE49-F238E27FC236}">
                <a16:creationId xmlns:a16="http://schemas.microsoft.com/office/drawing/2014/main" id="{3197F591-1277-E834-A693-1798788DC7D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B813A62-751A-F465-5589-2D1D42FA9D1B}"/>
              </a:ext>
            </a:extLst>
          </p:cNvPr>
          <p:cNvSpPr/>
          <p:nvPr userDrawn="1"/>
        </p:nvSpPr>
        <p:spPr>
          <a:xfrm>
            <a:off x="1372" y="-19050"/>
            <a:ext cx="12186081" cy="68961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DB31A-303D-1176-2A3C-ED553B54051E}"/>
              </a:ext>
            </a:extLst>
          </p:cNvPr>
          <p:cNvSpPr/>
          <p:nvPr userDrawn="1"/>
        </p:nvSpPr>
        <p:spPr>
          <a:xfrm>
            <a:off x="4397984" y="1828797"/>
            <a:ext cx="64159" cy="5067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CBC030E-3C3A-ED00-5BC0-ADF1A8DA1CB8}"/>
              </a:ext>
            </a:extLst>
          </p:cNvPr>
          <p:cNvCxnSpPr>
            <a:cxnSpLocks/>
          </p:cNvCxnSpPr>
          <p:nvPr userDrawn="1"/>
        </p:nvCxnSpPr>
        <p:spPr>
          <a:xfrm>
            <a:off x="4436670" y="0"/>
            <a:ext cx="0" cy="68580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E9A07C8-DE4C-EC57-93F9-CA4D7DE0CACF}"/>
              </a:ext>
            </a:extLst>
          </p:cNvPr>
          <p:cNvCxnSpPr>
            <a:cxnSpLocks/>
          </p:cNvCxnSpPr>
          <p:nvPr userDrawn="1"/>
        </p:nvCxnSpPr>
        <p:spPr>
          <a:xfrm>
            <a:off x="248564" y="1834387"/>
            <a:ext cx="4169664" cy="1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3B755DB-0B30-E551-8B59-B47FB56001CF}"/>
              </a:ext>
            </a:extLst>
          </p:cNvPr>
          <p:cNvSpPr/>
          <p:nvPr userDrawn="1"/>
        </p:nvSpPr>
        <p:spPr>
          <a:xfrm rot="16200000">
            <a:off x="-1101807" y="1328818"/>
            <a:ext cx="6874329" cy="4216690"/>
          </a:xfrm>
          <a:custGeom>
            <a:avLst/>
            <a:gdLst>
              <a:gd name="connsiteX0" fmla="*/ 0 w 12188825"/>
              <a:gd name="connsiteY0" fmla="*/ 0 h 6858000"/>
              <a:gd name="connsiteX1" fmla="*/ 8759825 w 12188825"/>
              <a:gd name="connsiteY1" fmla="*/ 0 h 6858000"/>
              <a:gd name="connsiteX2" fmla="*/ 8761412 w 12188825"/>
              <a:gd name="connsiteY2" fmla="*/ 0 h 6858000"/>
              <a:gd name="connsiteX3" fmla="*/ 8761412 w 12188825"/>
              <a:gd name="connsiteY3" fmla="*/ 40 h 6858000"/>
              <a:gd name="connsiteX4" fmla="*/ 8936281 w 12188825"/>
              <a:gd name="connsiteY4" fmla="*/ 4462 h 6858000"/>
              <a:gd name="connsiteX5" fmla="*/ 12188825 w 12188825"/>
              <a:gd name="connsiteY5" fmla="*/ 3429000 h 6858000"/>
              <a:gd name="connsiteX6" fmla="*/ 8936281 w 12188825"/>
              <a:gd name="connsiteY6" fmla="*/ 6853538 h 6858000"/>
              <a:gd name="connsiteX7" fmla="*/ 8761412 w 12188825"/>
              <a:gd name="connsiteY7" fmla="*/ 6857960 h 6858000"/>
              <a:gd name="connsiteX8" fmla="*/ 8761412 w 12188825"/>
              <a:gd name="connsiteY8" fmla="*/ 6858000 h 6858000"/>
              <a:gd name="connsiteX9" fmla="*/ 8759825 w 12188825"/>
              <a:gd name="connsiteY9" fmla="*/ 6858000 h 6858000"/>
              <a:gd name="connsiteX10" fmla="*/ 0 w 12188825"/>
              <a:gd name="connsiteY1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8825" h="6858000">
                <a:moveTo>
                  <a:pt x="0" y="0"/>
                </a:moveTo>
                <a:lnTo>
                  <a:pt x="8759825" y="0"/>
                </a:lnTo>
                <a:lnTo>
                  <a:pt x="8761412" y="0"/>
                </a:lnTo>
                <a:lnTo>
                  <a:pt x="8761412" y="40"/>
                </a:lnTo>
                <a:lnTo>
                  <a:pt x="8936281" y="4462"/>
                </a:lnTo>
                <a:cubicBezTo>
                  <a:pt x="10748061" y="96301"/>
                  <a:pt x="12188825" y="1594397"/>
                  <a:pt x="12188825" y="3429000"/>
                </a:cubicBezTo>
                <a:cubicBezTo>
                  <a:pt x="12188825" y="5263603"/>
                  <a:pt x="10748061" y="6761699"/>
                  <a:pt x="8936281" y="6853538"/>
                </a:cubicBezTo>
                <a:lnTo>
                  <a:pt x="8761412" y="6857960"/>
                </a:lnTo>
                <a:lnTo>
                  <a:pt x="8761412" y="6858000"/>
                </a:lnTo>
                <a:lnTo>
                  <a:pt x="8759825" y="6858000"/>
                </a:lnTo>
                <a:lnTo>
                  <a:pt x="0" y="6858000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252BA4D-F6EC-C802-C7FF-9C909C511505}"/>
              </a:ext>
            </a:extLst>
          </p:cNvPr>
          <p:cNvSpPr/>
          <p:nvPr userDrawn="1"/>
        </p:nvSpPr>
        <p:spPr>
          <a:xfrm>
            <a:off x="1417442" y="-1"/>
            <a:ext cx="1828799" cy="1828799"/>
          </a:xfrm>
          <a:prstGeom prst="ellipse">
            <a:avLst/>
          </a:pr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5B3B078-AE9F-CEF2-C250-C1FBCF42D4AE}"/>
              </a:ext>
            </a:extLst>
          </p:cNvPr>
          <p:cNvCxnSpPr>
            <a:cxnSpLocks/>
          </p:cNvCxnSpPr>
          <p:nvPr userDrawn="1"/>
        </p:nvCxnSpPr>
        <p:spPr>
          <a:xfrm>
            <a:off x="227012" y="-2"/>
            <a:ext cx="0" cy="68580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F56A5067-7143-C2F4-3CD3-979AC6FEB1EC}"/>
              </a:ext>
            </a:extLst>
          </p:cNvPr>
          <p:cNvSpPr/>
          <p:nvPr userDrawn="1"/>
        </p:nvSpPr>
        <p:spPr>
          <a:xfrm>
            <a:off x="11957482" y="0"/>
            <a:ext cx="228600" cy="685800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2169078-4142-7AE3-6DC9-9BEC3EF5F43E}"/>
              </a:ext>
            </a:extLst>
          </p:cNvPr>
          <p:cNvCxnSpPr>
            <a:stCxn id="15" idx="0"/>
            <a:endCxn id="15" idx="4"/>
          </p:cNvCxnSpPr>
          <p:nvPr userDrawn="1"/>
        </p:nvCxnSpPr>
        <p:spPr>
          <a:xfrm>
            <a:off x="2331842" y="-1"/>
            <a:ext cx="0" cy="1828799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CA28627E-5CEF-13DD-6955-6D64856EF624}"/>
              </a:ext>
            </a:extLst>
          </p:cNvPr>
          <p:cNvSpPr/>
          <p:nvPr userDrawn="1"/>
        </p:nvSpPr>
        <p:spPr>
          <a:xfrm>
            <a:off x="-12796" y="0"/>
            <a:ext cx="228600" cy="685800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4CB1DB1-FB57-DFC8-F190-D2AAD4A0936B}"/>
              </a:ext>
            </a:extLst>
          </p:cNvPr>
          <p:cNvSpPr/>
          <p:nvPr userDrawn="1"/>
        </p:nvSpPr>
        <p:spPr>
          <a:xfrm>
            <a:off x="4437785" y="0"/>
            <a:ext cx="228600" cy="685800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0011D01-9DEA-F1B0-2E06-A440FD111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1944" y="533400"/>
            <a:ext cx="6692772" cy="2209801"/>
          </a:xfrm>
        </p:spPr>
        <p:txBody>
          <a:bodyPr lIns="0"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4A4D4E2-7C46-84C0-C0B4-C32348A2E6C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8564" y="1851656"/>
            <a:ext cx="4148048" cy="500634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71946" y="3048000"/>
            <a:ext cx="6679975" cy="3352800"/>
          </a:xfrm>
        </p:spPr>
        <p:txBody>
          <a:bodyPr lIns="0" anchor="t">
            <a:normAutofit/>
          </a:bodyPr>
          <a:lstStyle>
            <a:lvl1pPr marL="0" indent="0" algn="ctr">
              <a:lnSpc>
                <a:spcPct val="125000"/>
              </a:lnSpc>
              <a:buFont typeface="Arial" panose="020B0604020202020204" pitchFamily="34" charset="0"/>
              <a:buNone/>
              <a:defRPr sz="1800"/>
            </a:lvl1pPr>
            <a:lvl2pPr marL="426645" indent="0" algn="ctr">
              <a:lnSpc>
                <a:spcPct val="125000"/>
              </a:lnSpc>
              <a:buFont typeface="Arial" panose="020B0604020202020204" pitchFamily="34" charset="0"/>
              <a:buNone/>
              <a:defRPr sz="1600"/>
            </a:lvl2pPr>
            <a:lvl3pPr marL="853290" indent="0" algn="ctr">
              <a:lnSpc>
                <a:spcPct val="125000"/>
              </a:lnSpc>
              <a:buFont typeface="Arial" panose="020B0604020202020204" pitchFamily="34" charset="0"/>
              <a:buNone/>
              <a:defRPr sz="1400"/>
            </a:lvl3pPr>
            <a:lvl4pPr marL="1279936" indent="0" algn="ctr">
              <a:lnSpc>
                <a:spcPct val="125000"/>
              </a:lnSpc>
              <a:buFont typeface="Arial" panose="020B0604020202020204" pitchFamily="34" charset="0"/>
              <a:buNone/>
              <a:defRPr sz="1400"/>
            </a:lvl4pPr>
            <a:lvl5pPr marL="1706581" indent="0" algn="ctr">
              <a:lnSpc>
                <a:spcPct val="125000"/>
              </a:lnSpc>
              <a:buFont typeface="Arial" panose="020B0604020202020204" pitchFamily="34" charset="0"/>
              <a:buNone/>
              <a:defRPr sz="1400"/>
            </a:lvl5pPr>
            <a:lvl6pPr>
              <a:defRPr/>
            </a:lvl6pPr>
            <a:lvl7pPr>
              <a:defRPr baseline="0"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83DC07-5BCE-8496-87CB-198D5AB2406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23F7C2-E7BD-3163-0706-E2417751722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971946" y="6400801"/>
            <a:ext cx="6216301" cy="32067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FF31A8-379D-8648-3CFE-E716041D45E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544403" y="6400801"/>
            <a:ext cx="1107518" cy="320675"/>
          </a:xfrm>
        </p:spPr>
        <p:txBody>
          <a:bodyPr/>
          <a:lstStyle/>
          <a:p>
            <a:fld id="{EB37DED6-D4C7-42EE-AB49-D2E39E64FDE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9884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pink and blue gradient&#10;&#10;Description automatically generated">
            <a:extLst>
              <a:ext uri="{FF2B5EF4-FFF2-40B4-BE49-F238E27FC236}">
                <a16:creationId xmlns:a16="http://schemas.microsoft.com/office/drawing/2014/main" id="{360E92AE-B631-40E4-A120-4A67BCD643F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E9E6C384-7FF2-1326-12EF-10A704BFB0A0}"/>
              </a:ext>
            </a:extLst>
          </p:cNvPr>
          <p:cNvSpPr/>
          <p:nvPr userDrawn="1"/>
        </p:nvSpPr>
        <p:spPr>
          <a:xfrm>
            <a:off x="0" y="0"/>
            <a:ext cx="12216032" cy="68961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D7651CB-E3BE-44F2-AB93-2F2B890E8D48}"/>
              </a:ext>
            </a:extLst>
          </p:cNvPr>
          <p:cNvCxnSpPr/>
          <p:nvPr userDrawn="1"/>
        </p:nvCxnSpPr>
        <p:spPr>
          <a:xfrm>
            <a:off x="417512" y="0"/>
            <a:ext cx="0" cy="685800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7451533-C933-7554-F5A4-FA304649F8F6}"/>
              </a:ext>
            </a:extLst>
          </p:cNvPr>
          <p:cNvCxnSpPr/>
          <p:nvPr userDrawn="1"/>
        </p:nvCxnSpPr>
        <p:spPr>
          <a:xfrm>
            <a:off x="11771312" y="0"/>
            <a:ext cx="0" cy="685800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F0E4B6A-4816-9628-11B5-C42E36C41D91}"/>
              </a:ext>
            </a:extLst>
          </p:cNvPr>
          <p:cNvSpPr/>
          <p:nvPr userDrawn="1"/>
        </p:nvSpPr>
        <p:spPr>
          <a:xfrm>
            <a:off x="-87028" y="2552700"/>
            <a:ext cx="923640" cy="1752600"/>
          </a:xfrm>
          <a:custGeom>
            <a:avLst/>
            <a:gdLst>
              <a:gd name="connsiteX0" fmla="*/ 47340 w 923640"/>
              <a:gd name="connsiteY0" fmla="*/ 0 h 1752600"/>
              <a:gd name="connsiteX1" fmla="*/ 923640 w 923640"/>
              <a:gd name="connsiteY1" fmla="*/ 876300 h 1752600"/>
              <a:gd name="connsiteX2" fmla="*/ 47340 w 923640"/>
              <a:gd name="connsiteY2" fmla="*/ 1752600 h 1752600"/>
              <a:gd name="connsiteX3" fmla="*/ 0 w 923640"/>
              <a:gd name="connsiteY3" fmla="*/ 1747828 h 1752600"/>
              <a:gd name="connsiteX4" fmla="*/ 0 w 923640"/>
              <a:gd name="connsiteY4" fmla="*/ 4772 h 1752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23640" h="1752600">
                <a:moveTo>
                  <a:pt x="47340" y="0"/>
                </a:moveTo>
                <a:cubicBezTo>
                  <a:pt x="531307" y="0"/>
                  <a:pt x="923640" y="392333"/>
                  <a:pt x="923640" y="876300"/>
                </a:cubicBezTo>
                <a:cubicBezTo>
                  <a:pt x="923640" y="1360267"/>
                  <a:pt x="531307" y="1752600"/>
                  <a:pt x="47340" y="1752600"/>
                </a:cubicBezTo>
                <a:lnTo>
                  <a:pt x="0" y="1747828"/>
                </a:lnTo>
                <a:lnTo>
                  <a:pt x="0" y="4772"/>
                </a:lnTo>
                <a:close/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64DB75A-EB01-D40E-71D2-F4E204038454}"/>
              </a:ext>
            </a:extLst>
          </p:cNvPr>
          <p:cNvSpPr/>
          <p:nvPr userDrawn="1"/>
        </p:nvSpPr>
        <p:spPr>
          <a:xfrm rot="5400000">
            <a:off x="304005" y="3010695"/>
            <a:ext cx="228600" cy="836614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95BD65D-46F2-D44C-1D6F-FF72FEA2F6F9}"/>
              </a:ext>
            </a:extLst>
          </p:cNvPr>
          <p:cNvSpPr/>
          <p:nvPr userDrawn="1"/>
        </p:nvSpPr>
        <p:spPr>
          <a:xfrm flipH="1">
            <a:off x="11352212" y="2552700"/>
            <a:ext cx="923640" cy="1752600"/>
          </a:xfrm>
          <a:custGeom>
            <a:avLst/>
            <a:gdLst>
              <a:gd name="connsiteX0" fmla="*/ 47340 w 923640"/>
              <a:gd name="connsiteY0" fmla="*/ 0 h 1752600"/>
              <a:gd name="connsiteX1" fmla="*/ 0 w 923640"/>
              <a:gd name="connsiteY1" fmla="*/ 4772 h 1752600"/>
              <a:gd name="connsiteX2" fmla="*/ 0 w 923640"/>
              <a:gd name="connsiteY2" fmla="*/ 1747828 h 1752600"/>
              <a:gd name="connsiteX3" fmla="*/ 47340 w 923640"/>
              <a:gd name="connsiteY3" fmla="*/ 1752600 h 1752600"/>
              <a:gd name="connsiteX4" fmla="*/ 923640 w 923640"/>
              <a:gd name="connsiteY4" fmla="*/ 876300 h 1752600"/>
              <a:gd name="connsiteX5" fmla="*/ 47340 w 923640"/>
              <a:gd name="connsiteY5" fmla="*/ 0 h 1752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23640" h="1752600">
                <a:moveTo>
                  <a:pt x="47340" y="0"/>
                </a:moveTo>
                <a:lnTo>
                  <a:pt x="0" y="4772"/>
                </a:lnTo>
                <a:lnTo>
                  <a:pt x="0" y="1747828"/>
                </a:lnTo>
                <a:lnTo>
                  <a:pt x="47340" y="1752600"/>
                </a:lnTo>
                <a:cubicBezTo>
                  <a:pt x="531307" y="1752600"/>
                  <a:pt x="923640" y="1360267"/>
                  <a:pt x="923640" y="876300"/>
                </a:cubicBezTo>
                <a:cubicBezTo>
                  <a:pt x="923640" y="392333"/>
                  <a:pt x="531307" y="0"/>
                  <a:pt x="47340" y="0"/>
                </a:cubicBezTo>
                <a:close/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003206E-AF91-F0B8-AA30-56D09F017F8F}"/>
              </a:ext>
            </a:extLst>
          </p:cNvPr>
          <p:cNvSpPr/>
          <p:nvPr userDrawn="1"/>
        </p:nvSpPr>
        <p:spPr>
          <a:xfrm rot="16200000" flipH="1">
            <a:off x="11656219" y="3010695"/>
            <a:ext cx="228600" cy="836614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6EF488FC-CF1D-66BE-CF0A-C00421439338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686141" y="304800"/>
            <a:ext cx="10816542" cy="1409696"/>
          </a:xfr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90685" y="1962146"/>
            <a:ext cx="4761153" cy="4210054"/>
          </a:xfrm>
        </p:spPr>
        <p:txBody>
          <a:bodyPr>
            <a:normAutofit/>
          </a:bodyPr>
          <a:lstStyle>
            <a:lvl1pPr>
              <a:lnSpc>
                <a:spcPct val="125000"/>
              </a:lnSpc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731392" indent="-304747">
              <a:lnSpc>
                <a:spcPct val="125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58037" indent="-304747">
              <a:lnSpc>
                <a:spcPct val="125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584683" indent="-304747">
              <a:lnSpc>
                <a:spcPct val="125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11328" indent="-304747">
              <a:lnSpc>
                <a:spcPct val="125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011328">
              <a:defRPr sz="1800"/>
            </a:lvl6pPr>
            <a:lvl7pPr marL="2011328">
              <a:defRPr sz="1800"/>
            </a:lvl7pPr>
            <a:lvl8pPr marL="2011328">
              <a:defRPr sz="1800"/>
            </a:lvl8pPr>
            <a:lvl9pPr marL="2011328"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6990" y="1962146"/>
            <a:ext cx="4761153" cy="4210054"/>
          </a:xfrm>
        </p:spPr>
        <p:txBody>
          <a:bodyPr>
            <a:normAutofit/>
          </a:bodyPr>
          <a:lstStyle>
            <a:lvl1pPr indent="-304747" algn="l" defTabSz="1218987" rtl="0" eaLnBrk="1" latinLnBrk="0" hangingPunct="1">
              <a:lnSpc>
                <a:spcPct val="125000"/>
              </a:lnSpc>
              <a:buSzPct val="100000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731392" indent="-304747" algn="l" defTabSz="1218987" rtl="0" eaLnBrk="1" latinLnBrk="0" hangingPunct="1">
              <a:lnSpc>
                <a:spcPct val="125000"/>
              </a:lnSpc>
              <a:buSzPct val="100000"/>
              <a:buFont typeface="Arial" panose="020B0604020202020204" pitchFamily="34" charset="0"/>
              <a:buChar char="•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58037" indent="-304747" algn="l" defTabSz="1218987" rtl="0" eaLnBrk="1" latinLnBrk="0" hangingPunct="1">
              <a:lnSpc>
                <a:spcPct val="125000"/>
              </a:lnSpc>
              <a:buSzPct val="100000"/>
              <a:buFont typeface="Arial" panose="020B0604020202020204" pitchFamily="34" charset="0"/>
              <a:buChar char="•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584683" indent="-304747" algn="l" defTabSz="1218987" rtl="0" eaLnBrk="1" latinLnBrk="0" hangingPunct="1">
              <a:lnSpc>
                <a:spcPct val="125000"/>
              </a:lnSpc>
              <a:buSzPct val="100000"/>
              <a:buFont typeface="Arial" panose="020B0604020202020204" pitchFamily="34" charset="0"/>
              <a:buChar char="•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11328" indent="-304747" algn="l" defTabSz="1218987" rtl="0" eaLnBrk="1" latinLnBrk="0" hangingPunct="1">
              <a:lnSpc>
                <a:spcPct val="125000"/>
              </a:lnSpc>
              <a:buSzPct val="100000"/>
              <a:buFont typeface="Arial" panose="020B0604020202020204" pitchFamily="34" charset="0"/>
              <a:buChar char="•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011328">
              <a:defRPr sz="1800"/>
            </a:lvl6pPr>
            <a:lvl7pPr marL="2011328">
              <a:defRPr sz="1800"/>
            </a:lvl7pPr>
            <a:lvl8pPr marL="2011328">
              <a:defRPr sz="1800"/>
            </a:lvl8pPr>
            <a:lvl9pPr marL="2011328"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283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ue and pink sky&#10;&#10;Description automatically generated">
            <a:extLst>
              <a:ext uri="{FF2B5EF4-FFF2-40B4-BE49-F238E27FC236}">
                <a16:creationId xmlns:a16="http://schemas.microsoft.com/office/drawing/2014/main" id="{0C2BC05D-EC60-D86D-C5CC-F3D4B55F14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E03F2A6-DEC2-394A-3044-2032CF60B5AD}"/>
              </a:ext>
            </a:extLst>
          </p:cNvPr>
          <p:cNvSpPr/>
          <p:nvPr userDrawn="1"/>
        </p:nvSpPr>
        <p:spPr>
          <a:xfrm>
            <a:off x="0" y="0"/>
            <a:ext cx="12216032" cy="68961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4800BB6-9A67-E776-4697-AD16A57E2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304800"/>
            <a:ext cx="10816543" cy="1409696"/>
          </a:xfr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90685" y="1981199"/>
            <a:ext cx="4761153" cy="4343403"/>
          </a:xfrm>
        </p:spPr>
        <p:txBody>
          <a:bodyPr>
            <a:normAutofit/>
          </a:bodyPr>
          <a:lstStyle>
            <a:lvl1pPr marL="0" indent="0" algn="l" defTabSz="1218987" rtl="0" eaLnBrk="1" latinLnBrk="0" hangingPunct="1">
              <a:lnSpc>
                <a:spcPct val="125000"/>
              </a:lnSpc>
              <a:buSzPct val="100000"/>
              <a:buFont typeface="Arial" panose="020B0604020202020204" pitchFamily="34" charset="0"/>
              <a:buNone/>
              <a:defRPr lang="en-US" sz="1800" b="1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26645" indent="0" algn="l" defTabSz="1218987" rtl="0" eaLnBrk="1" latinLnBrk="0" hangingPunct="1">
              <a:lnSpc>
                <a:spcPct val="125000"/>
              </a:lnSpc>
              <a:buSzPct val="100000"/>
              <a:buFont typeface="Arial" panose="020B0604020202020204" pitchFamily="34" charset="0"/>
              <a:buNone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53290" indent="0" algn="l" defTabSz="1218987" rtl="0" eaLnBrk="1" latinLnBrk="0" hangingPunct="1">
              <a:lnSpc>
                <a:spcPct val="125000"/>
              </a:lnSpc>
              <a:buSzPct val="100000"/>
              <a:buFont typeface="Arial" panose="020B0604020202020204" pitchFamily="34" charset="0"/>
              <a:buNone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79936" indent="0" algn="l" defTabSz="1218987" rtl="0" eaLnBrk="1" latinLnBrk="0" hangingPunct="1">
              <a:lnSpc>
                <a:spcPct val="125000"/>
              </a:lnSpc>
              <a:buSzPct val="100000"/>
              <a:buFont typeface="Arial" panose="020B0604020202020204" pitchFamily="34" charset="0"/>
              <a:buNone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706581" indent="0" algn="l" defTabSz="1218987" rtl="0" eaLnBrk="1" latinLnBrk="0" hangingPunct="1">
              <a:lnSpc>
                <a:spcPct val="125000"/>
              </a:lnSpc>
              <a:buSzPct val="100000"/>
              <a:buFont typeface="Arial" panose="020B0604020202020204" pitchFamily="34" charset="0"/>
              <a:buNone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011328">
              <a:defRPr sz="1800"/>
            </a:lvl6pPr>
            <a:lvl7pPr marL="2011328">
              <a:defRPr sz="1800"/>
            </a:lvl7pPr>
            <a:lvl8pPr marL="2011328">
              <a:defRPr sz="1800"/>
            </a:lvl8pPr>
            <a:lvl9pPr marL="2011328"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1" name="Table Placeholder 10">
            <a:extLst>
              <a:ext uri="{FF2B5EF4-FFF2-40B4-BE49-F238E27FC236}">
                <a16:creationId xmlns:a16="http://schemas.microsoft.com/office/drawing/2014/main" id="{99AF5368-6359-DE88-48EA-377AD855CA68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236987" y="1981200"/>
            <a:ext cx="4886324" cy="4343404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/>
              <a:t>‹#›</a:t>
            </a:fld>
            <a:endParaRPr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D7651CB-E3BE-44F2-AB93-2F2B890E8D48}"/>
              </a:ext>
            </a:extLst>
          </p:cNvPr>
          <p:cNvCxnSpPr/>
          <p:nvPr userDrawn="1"/>
        </p:nvCxnSpPr>
        <p:spPr>
          <a:xfrm>
            <a:off x="417512" y="0"/>
            <a:ext cx="0" cy="685800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7451533-C933-7554-F5A4-FA304649F8F6}"/>
              </a:ext>
            </a:extLst>
          </p:cNvPr>
          <p:cNvCxnSpPr/>
          <p:nvPr userDrawn="1"/>
        </p:nvCxnSpPr>
        <p:spPr>
          <a:xfrm>
            <a:off x="11771312" y="0"/>
            <a:ext cx="0" cy="685800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D64DB75A-EB01-D40E-71D2-F4E204038454}"/>
              </a:ext>
            </a:extLst>
          </p:cNvPr>
          <p:cNvSpPr/>
          <p:nvPr userDrawn="1"/>
        </p:nvSpPr>
        <p:spPr>
          <a:xfrm rot="5400000">
            <a:off x="94455" y="3220245"/>
            <a:ext cx="228600" cy="417514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003206E-AF91-F0B8-AA30-56D09F017F8F}"/>
              </a:ext>
            </a:extLst>
          </p:cNvPr>
          <p:cNvSpPr/>
          <p:nvPr userDrawn="1"/>
        </p:nvSpPr>
        <p:spPr>
          <a:xfrm rot="16200000" flipH="1">
            <a:off x="11865769" y="3220245"/>
            <a:ext cx="228600" cy="417514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1575E8EA-8F83-0788-D36C-1073DCABAF14}"/>
              </a:ext>
            </a:extLst>
          </p:cNvPr>
          <p:cNvCxnSpPr/>
          <p:nvPr userDrawn="1"/>
        </p:nvCxnSpPr>
        <p:spPr>
          <a:xfrm>
            <a:off x="303212" y="0"/>
            <a:ext cx="0" cy="685800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A55FD68-717E-A334-18EE-66D76FF8157C}"/>
              </a:ext>
            </a:extLst>
          </p:cNvPr>
          <p:cNvCxnSpPr/>
          <p:nvPr userDrawn="1"/>
        </p:nvCxnSpPr>
        <p:spPr>
          <a:xfrm>
            <a:off x="11885613" y="0"/>
            <a:ext cx="0" cy="685800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8806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urry pink and blue background&#10;&#10;Description automatically generated">
            <a:extLst>
              <a:ext uri="{FF2B5EF4-FFF2-40B4-BE49-F238E27FC236}">
                <a16:creationId xmlns:a16="http://schemas.microsoft.com/office/drawing/2014/main" id="{42048D30-2D2E-3A6A-D11B-C1A5A51F7D3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BACAF34-A82A-A1DD-6D4D-6787B3F87517}"/>
              </a:ext>
            </a:extLst>
          </p:cNvPr>
          <p:cNvSpPr/>
          <p:nvPr userDrawn="1"/>
        </p:nvSpPr>
        <p:spPr>
          <a:xfrm>
            <a:off x="-1" y="0"/>
            <a:ext cx="12188825" cy="68961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908550C-451A-73E6-F0EA-1617893DF0C8}"/>
              </a:ext>
            </a:extLst>
          </p:cNvPr>
          <p:cNvSpPr/>
          <p:nvPr userDrawn="1"/>
        </p:nvSpPr>
        <p:spPr>
          <a:xfrm>
            <a:off x="-87028" y="2781301"/>
            <a:ext cx="771240" cy="1295400"/>
          </a:xfrm>
          <a:custGeom>
            <a:avLst/>
            <a:gdLst>
              <a:gd name="connsiteX0" fmla="*/ 123540 w 771240"/>
              <a:gd name="connsiteY0" fmla="*/ 0 h 1295400"/>
              <a:gd name="connsiteX1" fmla="*/ 771240 w 771240"/>
              <a:gd name="connsiteY1" fmla="*/ 647700 h 1295400"/>
              <a:gd name="connsiteX2" fmla="*/ 123540 w 771240"/>
              <a:gd name="connsiteY2" fmla="*/ 1295400 h 1295400"/>
              <a:gd name="connsiteX3" fmla="*/ 0 w 771240"/>
              <a:gd name="connsiteY3" fmla="*/ 1282946 h 1295400"/>
              <a:gd name="connsiteX4" fmla="*/ 0 w 771240"/>
              <a:gd name="connsiteY4" fmla="*/ 12454 h 129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1240" h="1295400">
                <a:moveTo>
                  <a:pt x="123540" y="0"/>
                </a:moveTo>
                <a:cubicBezTo>
                  <a:pt x="481255" y="0"/>
                  <a:pt x="771240" y="289985"/>
                  <a:pt x="771240" y="647700"/>
                </a:cubicBezTo>
                <a:cubicBezTo>
                  <a:pt x="771240" y="1005415"/>
                  <a:pt x="481255" y="1295400"/>
                  <a:pt x="123540" y="1295400"/>
                </a:cubicBezTo>
                <a:lnTo>
                  <a:pt x="0" y="1282946"/>
                </a:lnTo>
                <a:lnTo>
                  <a:pt x="0" y="12454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0424792-66B9-860A-8C03-D592C1A734A5}"/>
              </a:ext>
            </a:extLst>
          </p:cNvPr>
          <p:cNvCxnSpPr>
            <a:cxnSpLocks/>
          </p:cNvCxnSpPr>
          <p:nvPr userDrawn="1"/>
        </p:nvCxnSpPr>
        <p:spPr>
          <a:xfrm>
            <a:off x="684212" y="1"/>
            <a:ext cx="0" cy="68580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FC23024A-D4BC-7F60-AF3F-522B93E157AB}"/>
              </a:ext>
            </a:extLst>
          </p:cNvPr>
          <p:cNvSpPr/>
          <p:nvPr userDrawn="1"/>
        </p:nvSpPr>
        <p:spPr>
          <a:xfrm rot="5400000">
            <a:off x="227013" y="3086103"/>
            <a:ext cx="228600" cy="685798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0A8B8BC-3391-B191-16D3-444A3F20879D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2781301"/>
            <a:ext cx="68421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F1E65DA-7165-AB68-BA79-BABAF694A000}"/>
              </a:ext>
            </a:extLst>
          </p:cNvPr>
          <p:cNvCxnSpPr>
            <a:cxnSpLocks/>
          </p:cNvCxnSpPr>
          <p:nvPr userDrawn="1"/>
        </p:nvCxnSpPr>
        <p:spPr>
          <a:xfrm flipH="1">
            <a:off x="-77788" y="4076701"/>
            <a:ext cx="7620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F04B172-AB62-FA59-6E1B-37B425F2354B}"/>
              </a:ext>
            </a:extLst>
          </p:cNvPr>
          <p:cNvCxnSpPr>
            <a:cxnSpLocks/>
          </p:cNvCxnSpPr>
          <p:nvPr userDrawn="1"/>
        </p:nvCxnSpPr>
        <p:spPr>
          <a:xfrm>
            <a:off x="11504612" y="1"/>
            <a:ext cx="0" cy="68580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D9E1403-1845-38DF-069F-9D8F94EFFBA9}"/>
              </a:ext>
            </a:extLst>
          </p:cNvPr>
          <p:cNvSpPr/>
          <p:nvPr userDrawn="1"/>
        </p:nvSpPr>
        <p:spPr>
          <a:xfrm>
            <a:off x="11508467" y="2781301"/>
            <a:ext cx="758144" cy="1295400"/>
          </a:xfrm>
          <a:custGeom>
            <a:avLst/>
            <a:gdLst>
              <a:gd name="connsiteX0" fmla="*/ 647700 w 758144"/>
              <a:gd name="connsiteY0" fmla="*/ 0 h 1295400"/>
              <a:gd name="connsiteX1" fmla="*/ 758144 w 758144"/>
              <a:gd name="connsiteY1" fmla="*/ 11134 h 1295400"/>
              <a:gd name="connsiteX2" fmla="*/ 758144 w 758144"/>
              <a:gd name="connsiteY2" fmla="*/ 1284266 h 1295400"/>
              <a:gd name="connsiteX3" fmla="*/ 647700 w 758144"/>
              <a:gd name="connsiteY3" fmla="*/ 1295400 h 1295400"/>
              <a:gd name="connsiteX4" fmla="*/ 0 w 758144"/>
              <a:gd name="connsiteY4" fmla="*/ 647700 h 1295400"/>
              <a:gd name="connsiteX5" fmla="*/ 647700 w 758144"/>
              <a:gd name="connsiteY5" fmla="*/ 0 h 129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8144" h="1295400">
                <a:moveTo>
                  <a:pt x="647700" y="0"/>
                </a:moveTo>
                <a:lnTo>
                  <a:pt x="758144" y="11134"/>
                </a:lnTo>
                <a:lnTo>
                  <a:pt x="758144" y="1284266"/>
                </a:lnTo>
                <a:lnTo>
                  <a:pt x="647700" y="1295400"/>
                </a:lnTo>
                <a:cubicBezTo>
                  <a:pt x="289985" y="1295400"/>
                  <a:pt x="0" y="1005415"/>
                  <a:pt x="0" y="647700"/>
                </a:cubicBezTo>
                <a:cubicBezTo>
                  <a:pt x="0" y="289985"/>
                  <a:pt x="289985" y="0"/>
                  <a:pt x="647700" y="0"/>
                </a:cubicBez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1884942-14CB-65D2-3919-3DBD13D9C19D}"/>
              </a:ext>
            </a:extLst>
          </p:cNvPr>
          <p:cNvSpPr/>
          <p:nvPr userDrawn="1"/>
        </p:nvSpPr>
        <p:spPr>
          <a:xfrm rot="5400000">
            <a:off x="11737067" y="3091544"/>
            <a:ext cx="228600" cy="674916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620E5F9-F0F5-8AF0-8C5C-A6C4D91B05CF}"/>
              </a:ext>
            </a:extLst>
          </p:cNvPr>
          <p:cNvCxnSpPr>
            <a:cxnSpLocks/>
          </p:cNvCxnSpPr>
          <p:nvPr userDrawn="1"/>
        </p:nvCxnSpPr>
        <p:spPr>
          <a:xfrm flipH="1">
            <a:off x="11504612" y="2781301"/>
            <a:ext cx="6858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D3F1725-9EBE-B64D-1F6E-A5D438625B3E}"/>
              </a:ext>
            </a:extLst>
          </p:cNvPr>
          <p:cNvCxnSpPr>
            <a:cxnSpLocks/>
          </p:cNvCxnSpPr>
          <p:nvPr userDrawn="1"/>
        </p:nvCxnSpPr>
        <p:spPr>
          <a:xfrm flipH="1">
            <a:off x="11504612" y="4076701"/>
            <a:ext cx="6858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E5D507FC-1762-D6F8-4115-990CE55C6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304800"/>
            <a:ext cx="10820400" cy="1409696"/>
          </a:xfr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93812" y="1984248"/>
            <a:ext cx="9601200" cy="3657600"/>
          </a:xfrm>
        </p:spPr>
        <p:txBody>
          <a:bodyPr lIns="0" anchor="t">
            <a:normAutofit/>
          </a:bodyPr>
          <a:lstStyle>
            <a:lvl1pPr marL="0" indent="0">
              <a:lnSpc>
                <a:spcPct val="150000"/>
              </a:lnSpc>
              <a:buNone/>
              <a:defRPr sz="1800"/>
            </a:lvl1pPr>
            <a:lvl2pPr marL="426645" indent="0">
              <a:lnSpc>
                <a:spcPct val="150000"/>
              </a:lnSpc>
              <a:buNone/>
              <a:defRPr sz="1600"/>
            </a:lvl2pPr>
            <a:lvl3pPr marL="853290" indent="0">
              <a:lnSpc>
                <a:spcPct val="150000"/>
              </a:lnSpc>
              <a:buNone/>
              <a:defRPr sz="1400"/>
            </a:lvl3pPr>
            <a:lvl4pPr marL="1279936" indent="0">
              <a:lnSpc>
                <a:spcPct val="150000"/>
              </a:lnSpc>
              <a:buNone/>
              <a:defRPr sz="1400"/>
            </a:lvl4pPr>
            <a:lvl5pPr marL="1706581" indent="0">
              <a:lnSpc>
                <a:spcPct val="150000"/>
              </a:lnSpc>
              <a:buNone/>
              <a:defRPr sz="1400"/>
            </a:lvl5pPr>
            <a:lvl6pPr>
              <a:defRPr/>
            </a:lvl6pPr>
            <a:lvl7pPr>
              <a:defRPr baseline="0"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C352E20-11F2-9B72-F930-8D59DDCCD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07A2614-2FA6-688B-D434-967D9B395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C5E6704-10FC-9DA2-14E9-A150775F1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9545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-up of a person's face&#10;&#10;Description automatically generated">
            <a:extLst>
              <a:ext uri="{FF2B5EF4-FFF2-40B4-BE49-F238E27FC236}">
                <a16:creationId xmlns:a16="http://schemas.microsoft.com/office/drawing/2014/main" id="{024680CB-D79A-93CA-0002-28F6F89D1A1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309E4FA-5188-CBB0-D623-C65C526908EA}"/>
              </a:ext>
            </a:extLst>
          </p:cNvPr>
          <p:cNvSpPr/>
          <p:nvPr userDrawn="1"/>
        </p:nvSpPr>
        <p:spPr>
          <a:xfrm>
            <a:off x="-8042" y="0"/>
            <a:ext cx="12204908" cy="68961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252BA4D-F6EC-C802-C7FF-9C909C511505}"/>
              </a:ext>
            </a:extLst>
          </p:cNvPr>
          <p:cNvSpPr/>
          <p:nvPr userDrawn="1"/>
        </p:nvSpPr>
        <p:spPr>
          <a:xfrm>
            <a:off x="10647996" y="0"/>
            <a:ext cx="1524001" cy="1524001"/>
          </a:xfrm>
          <a:prstGeom prst="ellipse">
            <a:avLst/>
          </a:pr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2169078-4142-7AE3-6DC9-9BEC3EF5F43E}"/>
              </a:ext>
            </a:extLst>
          </p:cNvPr>
          <p:cNvCxnSpPr>
            <a:cxnSpLocks/>
          </p:cNvCxnSpPr>
          <p:nvPr userDrawn="1"/>
        </p:nvCxnSpPr>
        <p:spPr>
          <a:xfrm>
            <a:off x="760412" y="-2"/>
            <a:ext cx="0" cy="6858002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2FDF6779-CAF3-8674-B2F8-7C346FF365B8}"/>
              </a:ext>
            </a:extLst>
          </p:cNvPr>
          <p:cNvSpPr/>
          <p:nvPr userDrawn="1"/>
        </p:nvSpPr>
        <p:spPr>
          <a:xfrm>
            <a:off x="12989" y="0"/>
            <a:ext cx="1524001" cy="1524001"/>
          </a:xfrm>
          <a:prstGeom prst="ellipse">
            <a:avLst/>
          </a:pr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B3836FF-3B48-408A-4A9F-7C60F96DE0EA}"/>
              </a:ext>
            </a:extLst>
          </p:cNvPr>
          <p:cNvSpPr/>
          <p:nvPr userDrawn="1"/>
        </p:nvSpPr>
        <p:spPr>
          <a:xfrm>
            <a:off x="-16083" y="-2"/>
            <a:ext cx="12220991" cy="7010403"/>
          </a:xfrm>
          <a:custGeom>
            <a:avLst/>
            <a:gdLst>
              <a:gd name="connsiteX0" fmla="*/ 6110498 w 12220991"/>
              <a:gd name="connsiteY0" fmla="*/ 0 h 7010403"/>
              <a:gd name="connsiteX1" fmla="*/ 12163073 w 12220991"/>
              <a:gd name="connsiteY1" fmla="*/ 3016566 h 7010403"/>
              <a:gd name="connsiteX2" fmla="*/ 12220991 w 12220991"/>
              <a:gd name="connsiteY2" fmla="*/ 3352802 h 7010403"/>
              <a:gd name="connsiteX3" fmla="*/ 12204908 w 12220991"/>
              <a:gd name="connsiteY3" fmla="*/ 3352802 h 7010403"/>
              <a:gd name="connsiteX4" fmla="*/ 12204908 w 12220991"/>
              <a:gd name="connsiteY4" fmla="*/ 7010403 h 7010403"/>
              <a:gd name="connsiteX5" fmla="*/ 0 w 12220991"/>
              <a:gd name="connsiteY5" fmla="*/ 7010403 h 7010403"/>
              <a:gd name="connsiteX6" fmla="*/ 0 w 12220991"/>
              <a:gd name="connsiteY6" fmla="*/ 3276603 h 7010403"/>
              <a:gd name="connsiteX7" fmla="*/ 13127 w 12220991"/>
              <a:gd name="connsiteY7" fmla="*/ 3276603 h 7010403"/>
              <a:gd name="connsiteX8" fmla="*/ 57919 w 12220991"/>
              <a:gd name="connsiteY8" fmla="*/ 3016567 h 7010403"/>
              <a:gd name="connsiteX9" fmla="*/ 6110498 w 12220991"/>
              <a:gd name="connsiteY9" fmla="*/ 0 h 7010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220991" h="7010403">
                <a:moveTo>
                  <a:pt x="6110498" y="0"/>
                </a:moveTo>
                <a:cubicBezTo>
                  <a:pt x="9180318" y="0"/>
                  <a:pt x="11722257" y="1309322"/>
                  <a:pt x="12163073" y="3016566"/>
                </a:cubicBezTo>
                <a:lnTo>
                  <a:pt x="12220991" y="3352802"/>
                </a:lnTo>
                <a:lnTo>
                  <a:pt x="12204908" y="3352802"/>
                </a:lnTo>
                <a:lnTo>
                  <a:pt x="12204908" y="7010403"/>
                </a:lnTo>
                <a:lnTo>
                  <a:pt x="0" y="7010403"/>
                </a:lnTo>
                <a:lnTo>
                  <a:pt x="0" y="3276603"/>
                </a:lnTo>
                <a:lnTo>
                  <a:pt x="13127" y="3276603"/>
                </a:lnTo>
                <a:lnTo>
                  <a:pt x="57919" y="3016567"/>
                </a:lnTo>
                <a:cubicBezTo>
                  <a:pt x="498732" y="1309322"/>
                  <a:pt x="3040674" y="0"/>
                  <a:pt x="6110498" y="0"/>
                </a:cubicBez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87D644E-5B96-8668-75A4-77350D1E4DE3}"/>
              </a:ext>
            </a:extLst>
          </p:cNvPr>
          <p:cNvCxnSpPr>
            <a:cxnSpLocks/>
          </p:cNvCxnSpPr>
          <p:nvPr userDrawn="1"/>
        </p:nvCxnSpPr>
        <p:spPr>
          <a:xfrm>
            <a:off x="11428413" y="-2"/>
            <a:ext cx="0" cy="6858002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4E157DAB-E85F-534C-B513-0FFB30A7962B}"/>
              </a:ext>
            </a:extLst>
          </p:cNvPr>
          <p:cNvSpPr/>
          <p:nvPr userDrawn="1"/>
        </p:nvSpPr>
        <p:spPr>
          <a:xfrm>
            <a:off x="660689" y="0"/>
            <a:ext cx="228600" cy="685800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FEE894C-4E53-027C-D966-0B58D5E76FF5}"/>
              </a:ext>
            </a:extLst>
          </p:cNvPr>
          <p:cNvSpPr/>
          <p:nvPr userDrawn="1"/>
        </p:nvSpPr>
        <p:spPr>
          <a:xfrm>
            <a:off x="11314113" y="-2"/>
            <a:ext cx="228600" cy="685800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B2B77A3-41F2-9349-5DBB-980F5FAE7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0856" y="533400"/>
            <a:ext cx="8527111" cy="2209801"/>
          </a:xfrm>
        </p:spPr>
        <p:txBody>
          <a:bodyPr lIns="0"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27211" y="2933697"/>
            <a:ext cx="4114801" cy="3390903"/>
          </a:xfrm>
        </p:spPr>
        <p:txBody>
          <a:bodyPr lIns="0" anchor="t">
            <a:normAutofit/>
          </a:bodyPr>
          <a:lstStyle>
            <a:lvl1pPr marL="285750" indent="-285750">
              <a:lnSpc>
                <a:spcPct val="125000"/>
              </a:lnSpc>
              <a:buFont typeface="Arial" panose="020B0604020202020204" pitchFamily="34" charset="0"/>
              <a:buChar char="•"/>
              <a:defRPr sz="1800"/>
            </a:lvl1pPr>
            <a:lvl2pPr marL="712395" indent="-285750">
              <a:lnSpc>
                <a:spcPct val="125000"/>
              </a:lnSpc>
              <a:buFont typeface="Arial" panose="020B0604020202020204" pitchFamily="34" charset="0"/>
              <a:buChar char="•"/>
              <a:defRPr sz="1600"/>
            </a:lvl2pPr>
            <a:lvl3pPr marL="1139040" indent="-285750">
              <a:lnSpc>
                <a:spcPct val="125000"/>
              </a:lnSpc>
              <a:buFont typeface="Arial" panose="020B0604020202020204" pitchFamily="34" charset="0"/>
              <a:buChar char="•"/>
              <a:defRPr sz="1400"/>
            </a:lvl3pPr>
            <a:lvl4pPr marL="1565686" indent="-285750">
              <a:lnSpc>
                <a:spcPct val="125000"/>
              </a:lnSpc>
              <a:buFont typeface="Arial" panose="020B0604020202020204" pitchFamily="34" charset="0"/>
              <a:buChar char="•"/>
              <a:defRPr sz="1400"/>
            </a:lvl4pPr>
            <a:lvl5pPr marL="1992331" indent="-285750">
              <a:lnSpc>
                <a:spcPct val="125000"/>
              </a:lnSpc>
              <a:buFont typeface="Arial" panose="020B0604020202020204" pitchFamily="34" charset="0"/>
              <a:buChar char="•"/>
              <a:defRPr sz="1400"/>
            </a:lvl5pPr>
            <a:lvl6pPr>
              <a:defRPr/>
            </a:lvl6pPr>
            <a:lvl7pPr>
              <a:defRPr baseline="0"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AF499E1-2C86-CFBE-1820-ABB1088DD1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36990" y="2933696"/>
            <a:ext cx="4114801" cy="3390904"/>
          </a:xfrm>
        </p:spPr>
        <p:txBody>
          <a:bodyPr>
            <a:normAutofit/>
          </a:bodyPr>
          <a:lstStyle>
            <a:lvl1pPr indent="-304747" algn="l" defTabSz="1218987" rtl="0" eaLnBrk="1" latinLnBrk="0" hangingPunct="1">
              <a:lnSpc>
                <a:spcPct val="125000"/>
              </a:lnSpc>
              <a:buSzPct val="100000"/>
              <a:defRPr lang="en-US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731392" indent="-304747" algn="l" defTabSz="1218987" rtl="0" eaLnBrk="1" latinLnBrk="0" hangingPunct="1">
              <a:lnSpc>
                <a:spcPct val="125000"/>
              </a:lnSpc>
              <a:buSzPct val="100000"/>
              <a:defRPr lang="en-US" sz="16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58037" indent="-304747" algn="l" defTabSz="1218987" rtl="0" eaLnBrk="1" latinLnBrk="0" hangingPunct="1">
              <a:lnSpc>
                <a:spcPct val="125000"/>
              </a:lnSpc>
              <a:buSzPct val="100000"/>
              <a:defRPr lang="en-US" sz="14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584683" indent="-304747" algn="l" defTabSz="1218987" rtl="0" eaLnBrk="1" latinLnBrk="0" hangingPunct="1">
              <a:lnSpc>
                <a:spcPct val="125000"/>
              </a:lnSpc>
              <a:buSzPct val="100000"/>
              <a:defRPr lang="en-US" sz="14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11328" indent="-304747" algn="l" defTabSz="1218987" rtl="0" eaLnBrk="1" latinLnBrk="0" hangingPunct="1">
              <a:lnSpc>
                <a:spcPct val="125000"/>
              </a:lnSpc>
              <a:buSzPct val="100000"/>
              <a:defRPr sz="14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011328">
              <a:defRPr sz="1800"/>
            </a:lvl6pPr>
            <a:lvl7pPr marL="2011328">
              <a:defRPr sz="1800"/>
            </a:lvl7pPr>
            <a:lvl8pPr marL="2011328">
              <a:defRPr sz="1800"/>
            </a:lvl8pPr>
            <a:lvl9pPr marL="2011328"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marL="712395" lvl="1" indent="-285750" algn="l" defTabSz="1218987" rtl="0" eaLnBrk="1" latinLnBrk="0" hangingPunct="1">
              <a:lnSpc>
                <a:spcPct val="125000"/>
              </a:lnSpc>
              <a:spcBef>
                <a:spcPts val="1066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1139040" lvl="2" indent="-285750" algn="l" defTabSz="1218987" rtl="0" eaLnBrk="1" latinLnBrk="0" hangingPunct="1">
              <a:lnSpc>
                <a:spcPct val="125000"/>
              </a:lnSpc>
              <a:spcBef>
                <a:spcPts val="1066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1565686" lvl="3" indent="-285750" algn="l" defTabSz="1218987" rtl="0" eaLnBrk="1" latinLnBrk="0" hangingPunct="1">
              <a:lnSpc>
                <a:spcPct val="125000"/>
              </a:lnSpc>
              <a:spcBef>
                <a:spcPts val="1066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992331" lvl="4" indent="-285750" algn="l" defTabSz="1218987" rtl="0" eaLnBrk="1" latinLnBrk="0" hangingPunct="1">
              <a:lnSpc>
                <a:spcPct val="125000"/>
              </a:lnSpc>
              <a:spcBef>
                <a:spcPts val="1066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03EF8FBE-F098-2A42-B8E4-37ABADF34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A84AC3D2-5C3F-725F-A6D5-310C5F100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4FD3723-C818-DF8D-C62C-658AB7C62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4648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urry pink and blue background&#10;&#10;Description automatically generated">
            <a:extLst>
              <a:ext uri="{FF2B5EF4-FFF2-40B4-BE49-F238E27FC236}">
                <a16:creationId xmlns:a16="http://schemas.microsoft.com/office/drawing/2014/main" id="{9A6811FF-B289-D1C1-9492-A1E1FF2F4D1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C2E56C3-4554-32FE-5BBA-F0FA1C5714F0}"/>
              </a:ext>
            </a:extLst>
          </p:cNvPr>
          <p:cNvSpPr/>
          <p:nvPr userDrawn="1"/>
        </p:nvSpPr>
        <p:spPr>
          <a:xfrm>
            <a:off x="0" y="0"/>
            <a:ext cx="12216032" cy="68961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704DC43-42C6-54AA-CB2E-44F918CA9EC4}"/>
              </a:ext>
            </a:extLst>
          </p:cNvPr>
          <p:cNvCxnSpPr>
            <a:cxnSpLocks/>
          </p:cNvCxnSpPr>
          <p:nvPr userDrawn="1"/>
        </p:nvCxnSpPr>
        <p:spPr>
          <a:xfrm>
            <a:off x="1888171" y="1"/>
            <a:ext cx="0" cy="68580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07570EE1-995F-34F5-7970-8D8205B0A11D}"/>
              </a:ext>
            </a:extLst>
          </p:cNvPr>
          <p:cNvSpPr/>
          <p:nvPr userDrawn="1"/>
        </p:nvSpPr>
        <p:spPr>
          <a:xfrm>
            <a:off x="1888171" y="2781301"/>
            <a:ext cx="1295400" cy="1295400"/>
          </a:xfrm>
          <a:prstGeom prst="ellipse">
            <a:avLst/>
          </a:pr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0EFF4FB-AC0B-930C-4493-5B2496935BCC}"/>
              </a:ext>
            </a:extLst>
          </p:cNvPr>
          <p:cNvCxnSpPr>
            <a:cxnSpLocks/>
          </p:cNvCxnSpPr>
          <p:nvPr userDrawn="1"/>
        </p:nvCxnSpPr>
        <p:spPr>
          <a:xfrm>
            <a:off x="3197223" y="1"/>
            <a:ext cx="0" cy="68580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5A0B5A4-8993-CFE3-872C-25245E86AF5F}"/>
              </a:ext>
            </a:extLst>
          </p:cNvPr>
          <p:cNvSpPr/>
          <p:nvPr userDrawn="1"/>
        </p:nvSpPr>
        <p:spPr>
          <a:xfrm rot="5400000">
            <a:off x="1483517" y="1829595"/>
            <a:ext cx="228600" cy="3198813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92D02A7-ACBB-2A4A-E80E-3695AEE1EA39}"/>
              </a:ext>
            </a:extLst>
          </p:cNvPr>
          <p:cNvCxnSpPr>
            <a:cxnSpLocks/>
          </p:cNvCxnSpPr>
          <p:nvPr userDrawn="1"/>
        </p:nvCxnSpPr>
        <p:spPr>
          <a:xfrm flipH="1">
            <a:off x="-1588" y="2764972"/>
            <a:ext cx="3185159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A253D06-2E4F-FDB2-2A3F-DA2669723C5A}"/>
              </a:ext>
            </a:extLst>
          </p:cNvPr>
          <p:cNvCxnSpPr>
            <a:cxnSpLocks/>
          </p:cNvCxnSpPr>
          <p:nvPr userDrawn="1"/>
        </p:nvCxnSpPr>
        <p:spPr>
          <a:xfrm flipH="1">
            <a:off x="-1588" y="4076701"/>
            <a:ext cx="3185159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itle 1">
            <a:extLst>
              <a:ext uri="{FF2B5EF4-FFF2-40B4-BE49-F238E27FC236}">
                <a16:creationId xmlns:a16="http://schemas.microsoft.com/office/drawing/2014/main" id="{0F3BD93E-08BC-3F82-9517-49CEBB18F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6014" y="533400"/>
            <a:ext cx="8153381" cy="2209801"/>
          </a:xfrm>
        </p:spPr>
        <p:txBody>
          <a:bodyPr lIns="0" anchor="ctr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6014" y="2971800"/>
            <a:ext cx="4724397" cy="3048000"/>
          </a:xfrm>
        </p:spPr>
        <p:txBody>
          <a:bodyPr lIns="0" tIns="0" anchor="t">
            <a:normAutofit/>
          </a:bodyPr>
          <a:lstStyle>
            <a:lvl1pPr marL="0" indent="0">
              <a:lnSpc>
                <a:spcPct val="125000"/>
              </a:lnSpc>
              <a:buNone/>
              <a:defRPr sz="1800"/>
            </a:lvl1pPr>
            <a:lvl2pPr marL="426645" indent="0">
              <a:lnSpc>
                <a:spcPct val="125000"/>
              </a:lnSpc>
              <a:buNone/>
              <a:defRPr sz="1600"/>
            </a:lvl2pPr>
            <a:lvl3pPr marL="853290" indent="0">
              <a:lnSpc>
                <a:spcPct val="125000"/>
              </a:lnSpc>
              <a:buNone/>
              <a:defRPr sz="1400"/>
            </a:lvl3pPr>
            <a:lvl4pPr marL="1279936" indent="0">
              <a:lnSpc>
                <a:spcPct val="125000"/>
              </a:lnSpc>
              <a:buNone/>
              <a:defRPr sz="1400"/>
            </a:lvl4pPr>
            <a:lvl5pPr marL="1706581" indent="0">
              <a:lnSpc>
                <a:spcPct val="125000"/>
              </a:lnSpc>
              <a:buNone/>
              <a:defRPr sz="1400"/>
            </a:lvl5pPr>
            <a:lvl6pPr>
              <a:defRPr/>
            </a:lvl6pPr>
            <a:lvl7pPr>
              <a:defRPr baseline="0"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6296C73-5B8A-9BB0-1F3E-1AAE9474E23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8609012" y="2986053"/>
            <a:ext cx="3200384" cy="3017418"/>
          </a:xfrm>
        </p:spPr>
        <p:txBody>
          <a:bodyPr lIns="0" tIns="0" anchor="t">
            <a:normAutofit/>
          </a:bodyPr>
          <a:lstStyle>
            <a:lvl1pPr marL="285750" indent="-285750">
              <a:lnSpc>
                <a:spcPct val="125000"/>
              </a:lnSpc>
              <a:buFont typeface="Arial" panose="020B0604020202020204" pitchFamily="34" charset="0"/>
              <a:buChar char="•"/>
              <a:defRPr sz="1800"/>
            </a:lvl1pPr>
            <a:lvl2pPr marL="712395" indent="-285750">
              <a:lnSpc>
                <a:spcPct val="125000"/>
              </a:lnSpc>
              <a:buFont typeface="Arial" panose="020B0604020202020204" pitchFamily="34" charset="0"/>
              <a:buChar char="•"/>
              <a:defRPr sz="1600"/>
            </a:lvl2pPr>
            <a:lvl3pPr marL="1139040" indent="-285750">
              <a:lnSpc>
                <a:spcPct val="125000"/>
              </a:lnSpc>
              <a:buFont typeface="Arial" panose="020B0604020202020204" pitchFamily="34" charset="0"/>
              <a:buChar char="•"/>
              <a:defRPr sz="1400"/>
            </a:lvl3pPr>
            <a:lvl4pPr marL="1565686" indent="-285750">
              <a:lnSpc>
                <a:spcPct val="125000"/>
              </a:lnSpc>
              <a:buFont typeface="Arial" panose="020B0604020202020204" pitchFamily="34" charset="0"/>
              <a:buChar char="•"/>
              <a:defRPr sz="1400"/>
            </a:lvl4pPr>
            <a:lvl5pPr marL="1992331" indent="-285750">
              <a:lnSpc>
                <a:spcPct val="125000"/>
              </a:lnSpc>
              <a:buFont typeface="Arial" panose="020B0604020202020204" pitchFamily="34" charset="0"/>
              <a:buChar char="•"/>
              <a:defRPr sz="1400"/>
            </a:lvl5pPr>
            <a:lvl6pPr>
              <a:defRPr/>
            </a:lvl6pPr>
            <a:lvl7pPr>
              <a:defRPr baseline="0"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6479" y="6400801"/>
            <a:ext cx="1951734" cy="320675"/>
          </a:xfrm>
        </p:spPr>
        <p:txBody>
          <a:bodyPr/>
          <a:lstStyle/>
          <a:p>
            <a:r>
              <a:rPr lang="en-US"/>
              <a:t>20XX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167146" y="6400801"/>
            <a:ext cx="1642250" cy="320675"/>
          </a:xfrm>
        </p:spPr>
        <p:txBody>
          <a:bodyPr/>
          <a:lstStyle/>
          <a:p>
            <a:fld id="{DA60BA0E-20D0-4E7C-B286-26C960A6788F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54391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3"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ue and pink sky&#10;&#10;Description automatically generated">
            <a:extLst>
              <a:ext uri="{FF2B5EF4-FFF2-40B4-BE49-F238E27FC236}">
                <a16:creationId xmlns:a16="http://schemas.microsoft.com/office/drawing/2014/main" id="{844CB249-B396-2424-01D1-4D97637BDA9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944B3B8-8580-71F1-DE35-7B8238C3FD59}"/>
              </a:ext>
            </a:extLst>
          </p:cNvPr>
          <p:cNvSpPr/>
          <p:nvPr userDrawn="1"/>
        </p:nvSpPr>
        <p:spPr>
          <a:xfrm>
            <a:off x="4" y="0"/>
            <a:ext cx="12188821" cy="68961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BDE2C4A-51E4-22E5-34FC-145385897F9C}"/>
              </a:ext>
            </a:extLst>
          </p:cNvPr>
          <p:cNvSpPr/>
          <p:nvPr userDrawn="1"/>
        </p:nvSpPr>
        <p:spPr>
          <a:xfrm rot="5400000">
            <a:off x="1408905" y="1905795"/>
            <a:ext cx="228600" cy="304641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7596B62-AE88-2B13-4737-760ED281DF0D}"/>
              </a:ext>
            </a:extLst>
          </p:cNvPr>
          <p:cNvSpPr/>
          <p:nvPr userDrawn="1"/>
        </p:nvSpPr>
        <p:spPr>
          <a:xfrm>
            <a:off x="-77788" y="1320655"/>
            <a:ext cx="3124198" cy="4216690"/>
          </a:xfrm>
          <a:custGeom>
            <a:avLst/>
            <a:gdLst>
              <a:gd name="connsiteX0" fmla="*/ 0 w 3124198"/>
              <a:gd name="connsiteY0" fmla="*/ 0 h 4216690"/>
              <a:gd name="connsiteX1" fmla="*/ 1190290 w 3124198"/>
              <a:gd name="connsiteY1" fmla="*/ 0 h 4216690"/>
              <a:gd name="connsiteX2" fmla="*/ 1191185 w 3124198"/>
              <a:gd name="connsiteY2" fmla="*/ 0 h 4216690"/>
              <a:gd name="connsiteX3" fmla="*/ 1191185 w 3124198"/>
              <a:gd name="connsiteY3" fmla="*/ 25 h 4216690"/>
              <a:gd name="connsiteX4" fmla="*/ 1289808 w 3124198"/>
              <a:gd name="connsiteY4" fmla="*/ 2744 h 4216690"/>
              <a:gd name="connsiteX5" fmla="*/ 3124198 w 3124198"/>
              <a:gd name="connsiteY5" fmla="*/ 2108345 h 4216690"/>
              <a:gd name="connsiteX6" fmla="*/ 1289808 w 3124198"/>
              <a:gd name="connsiteY6" fmla="*/ 4213947 h 4216690"/>
              <a:gd name="connsiteX7" fmla="*/ 1191185 w 3124198"/>
              <a:gd name="connsiteY7" fmla="*/ 4216666 h 4216690"/>
              <a:gd name="connsiteX8" fmla="*/ 1191185 w 3124198"/>
              <a:gd name="connsiteY8" fmla="*/ 4216690 h 4216690"/>
              <a:gd name="connsiteX9" fmla="*/ 1190290 w 3124198"/>
              <a:gd name="connsiteY9" fmla="*/ 4216690 h 4216690"/>
              <a:gd name="connsiteX10" fmla="*/ 0 w 3124198"/>
              <a:gd name="connsiteY10" fmla="*/ 4216690 h 4216690"/>
              <a:gd name="connsiteX11" fmla="*/ 0 w 3124198"/>
              <a:gd name="connsiteY11" fmla="*/ 0 h 4216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124198" h="4216690">
                <a:moveTo>
                  <a:pt x="0" y="0"/>
                </a:moveTo>
                <a:lnTo>
                  <a:pt x="1190290" y="0"/>
                </a:lnTo>
                <a:lnTo>
                  <a:pt x="1191185" y="0"/>
                </a:lnTo>
                <a:lnTo>
                  <a:pt x="1191185" y="25"/>
                </a:lnTo>
                <a:lnTo>
                  <a:pt x="1289808" y="2744"/>
                </a:lnTo>
                <a:cubicBezTo>
                  <a:pt x="2311627" y="59211"/>
                  <a:pt x="3124198" y="980326"/>
                  <a:pt x="3124198" y="2108345"/>
                </a:cubicBezTo>
                <a:cubicBezTo>
                  <a:pt x="3124198" y="3236364"/>
                  <a:pt x="2311627" y="4157479"/>
                  <a:pt x="1289808" y="4213947"/>
                </a:cubicBezTo>
                <a:lnTo>
                  <a:pt x="1191185" y="4216666"/>
                </a:lnTo>
                <a:lnTo>
                  <a:pt x="1191185" y="4216690"/>
                </a:lnTo>
                <a:lnTo>
                  <a:pt x="1190290" y="4216690"/>
                </a:lnTo>
                <a:lnTo>
                  <a:pt x="0" y="4216690"/>
                </a:lnTo>
                <a:lnTo>
                  <a:pt x="0" y="0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5F342F0-65BB-E1BE-652F-9215A70681FA}"/>
              </a:ext>
            </a:extLst>
          </p:cNvPr>
          <p:cNvSpPr/>
          <p:nvPr userDrawn="1"/>
        </p:nvSpPr>
        <p:spPr>
          <a:xfrm rot="10800000">
            <a:off x="9142411" y="1320656"/>
            <a:ext cx="3124198" cy="4216690"/>
          </a:xfrm>
          <a:custGeom>
            <a:avLst/>
            <a:gdLst>
              <a:gd name="connsiteX0" fmla="*/ 0 w 3124198"/>
              <a:gd name="connsiteY0" fmla="*/ 0 h 4216690"/>
              <a:gd name="connsiteX1" fmla="*/ 1190290 w 3124198"/>
              <a:gd name="connsiteY1" fmla="*/ 0 h 4216690"/>
              <a:gd name="connsiteX2" fmla="*/ 1191185 w 3124198"/>
              <a:gd name="connsiteY2" fmla="*/ 0 h 4216690"/>
              <a:gd name="connsiteX3" fmla="*/ 1191185 w 3124198"/>
              <a:gd name="connsiteY3" fmla="*/ 25 h 4216690"/>
              <a:gd name="connsiteX4" fmla="*/ 1289808 w 3124198"/>
              <a:gd name="connsiteY4" fmla="*/ 2744 h 4216690"/>
              <a:gd name="connsiteX5" fmla="*/ 3124198 w 3124198"/>
              <a:gd name="connsiteY5" fmla="*/ 2108345 h 4216690"/>
              <a:gd name="connsiteX6" fmla="*/ 1289808 w 3124198"/>
              <a:gd name="connsiteY6" fmla="*/ 4213947 h 4216690"/>
              <a:gd name="connsiteX7" fmla="*/ 1191185 w 3124198"/>
              <a:gd name="connsiteY7" fmla="*/ 4216666 h 4216690"/>
              <a:gd name="connsiteX8" fmla="*/ 1191185 w 3124198"/>
              <a:gd name="connsiteY8" fmla="*/ 4216690 h 4216690"/>
              <a:gd name="connsiteX9" fmla="*/ 1190290 w 3124198"/>
              <a:gd name="connsiteY9" fmla="*/ 4216690 h 4216690"/>
              <a:gd name="connsiteX10" fmla="*/ 0 w 3124198"/>
              <a:gd name="connsiteY10" fmla="*/ 4216690 h 4216690"/>
              <a:gd name="connsiteX11" fmla="*/ 0 w 3124198"/>
              <a:gd name="connsiteY11" fmla="*/ 0 h 4216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124198" h="4216690">
                <a:moveTo>
                  <a:pt x="0" y="0"/>
                </a:moveTo>
                <a:lnTo>
                  <a:pt x="1190290" y="0"/>
                </a:lnTo>
                <a:lnTo>
                  <a:pt x="1191185" y="0"/>
                </a:lnTo>
                <a:lnTo>
                  <a:pt x="1191185" y="25"/>
                </a:lnTo>
                <a:lnTo>
                  <a:pt x="1289808" y="2744"/>
                </a:lnTo>
                <a:cubicBezTo>
                  <a:pt x="2311627" y="59211"/>
                  <a:pt x="3124198" y="980326"/>
                  <a:pt x="3124198" y="2108345"/>
                </a:cubicBezTo>
                <a:cubicBezTo>
                  <a:pt x="3124198" y="3236364"/>
                  <a:pt x="2311627" y="4157479"/>
                  <a:pt x="1289808" y="4213947"/>
                </a:cubicBezTo>
                <a:lnTo>
                  <a:pt x="1191185" y="4216666"/>
                </a:lnTo>
                <a:lnTo>
                  <a:pt x="1191185" y="4216690"/>
                </a:lnTo>
                <a:lnTo>
                  <a:pt x="1190290" y="4216690"/>
                </a:lnTo>
                <a:lnTo>
                  <a:pt x="0" y="4216690"/>
                </a:lnTo>
                <a:lnTo>
                  <a:pt x="0" y="0"/>
                </a:lnTo>
                <a:close/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2829EE-FAE8-4936-F0E9-40394A8845E9}"/>
              </a:ext>
            </a:extLst>
          </p:cNvPr>
          <p:cNvSpPr/>
          <p:nvPr userDrawn="1"/>
        </p:nvSpPr>
        <p:spPr>
          <a:xfrm rot="5400000">
            <a:off x="10551316" y="1905795"/>
            <a:ext cx="228600" cy="304641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F1599CA-3580-F2AA-3558-F152F50C2864}"/>
              </a:ext>
            </a:extLst>
          </p:cNvPr>
          <p:cNvSpPr/>
          <p:nvPr userDrawn="1"/>
        </p:nvSpPr>
        <p:spPr>
          <a:xfrm>
            <a:off x="2665412" y="0"/>
            <a:ext cx="6858000" cy="6858000"/>
          </a:xfrm>
          <a:prstGeom prst="ellipse">
            <a:avLst/>
          </a:pr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3F185EB-A6B1-4EAC-BA12-CB81DF7C2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8933" y="762000"/>
            <a:ext cx="5330955" cy="2552700"/>
          </a:xfrm>
        </p:spPr>
        <p:txBody>
          <a:bodyPr anchor="b">
            <a:normAutofit/>
          </a:bodyPr>
          <a:lstStyle>
            <a:lvl1pPr algn="ctr">
              <a:defRPr sz="5400" b="0" cap="none" baseline="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C638E9B-20FA-F77F-C8FB-BF50CBB864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8933" y="3467100"/>
            <a:ext cx="5330955" cy="2400300"/>
          </a:xfrm>
        </p:spPr>
        <p:txBody>
          <a:bodyPr lIns="0" anchor="t">
            <a:normAutofit/>
          </a:bodyPr>
          <a:lstStyle>
            <a:lvl1pPr marL="0" indent="0" algn="ctr">
              <a:lnSpc>
                <a:spcPct val="125000"/>
              </a:lnSpc>
              <a:buFont typeface="Arial" panose="020B0604020202020204" pitchFamily="34" charset="0"/>
              <a:buNone/>
              <a:defRPr sz="1800"/>
            </a:lvl1pPr>
            <a:lvl2pPr marL="426645" indent="0" algn="ctr">
              <a:lnSpc>
                <a:spcPct val="125000"/>
              </a:lnSpc>
              <a:buFont typeface="Arial" panose="020B0604020202020204" pitchFamily="34" charset="0"/>
              <a:buNone/>
              <a:defRPr sz="1600"/>
            </a:lvl2pPr>
            <a:lvl3pPr marL="853290" indent="0" algn="ctr">
              <a:lnSpc>
                <a:spcPct val="125000"/>
              </a:lnSpc>
              <a:buFont typeface="Arial" panose="020B0604020202020204" pitchFamily="34" charset="0"/>
              <a:buNone/>
              <a:defRPr sz="1400"/>
            </a:lvl3pPr>
            <a:lvl4pPr marL="1279936" indent="0" algn="ctr">
              <a:lnSpc>
                <a:spcPct val="125000"/>
              </a:lnSpc>
              <a:buFont typeface="Arial" panose="020B0604020202020204" pitchFamily="34" charset="0"/>
              <a:buNone/>
              <a:defRPr sz="1400"/>
            </a:lvl4pPr>
            <a:lvl5pPr marL="1706581" indent="0" algn="ctr">
              <a:lnSpc>
                <a:spcPct val="125000"/>
              </a:lnSpc>
              <a:buFont typeface="Arial" panose="020B0604020202020204" pitchFamily="34" charset="0"/>
              <a:buNone/>
              <a:defRPr sz="1400"/>
            </a:lvl5pPr>
            <a:lvl6pPr>
              <a:defRPr/>
            </a:lvl6pPr>
            <a:lvl7pPr>
              <a:defRPr baseline="0"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31979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7309" y="76200"/>
            <a:ext cx="10157354" cy="1397000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7309" y="1701800"/>
            <a:ext cx="10157354" cy="4470400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17309" y="6400801"/>
            <a:ext cx="2742486" cy="320675"/>
          </a:xfrm>
          <a:prstGeom prst="rect">
            <a:avLst/>
          </a:prstGeom>
        </p:spPr>
        <p:txBody>
          <a:bodyPr vert="horz" lIns="121899" tIns="60949" rIns="121899" bIns="60949" rtlCol="0" anchor="b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07842" y="6400801"/>
            <a:ext cx="6216301" cy="320675"/>
          </a:xfrm>
          <a:prstGeom prst="rect">
            <a:avLst/>
          </a:prstGeom>
        </p:spPr>
        <p:txBody>
          <a:bodyPr vert="horz" lIns="121899" tIns="60949" rIns="121899" bIns="60949" rtlCol="0" anchor="b"/>
          <a:lstStyle>
            <a:lvl1pPr algn="ctr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67146" y="6400801"/>
            <a:ext cx="1107518" cy="320675"/>
          </a:xfrm>
          <a:prstGeom prst="rect">
            <a:avLst/>
          </a:prstGeom>
        </p:spPr>
        <p:txBody>
          <a:bodyPr vert="horz" lIns="121899" tIns="60949" rIns="121899" bIns="60949" rtlCol="0" anchor="b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EB37DED6-D4C7-42EE-AB49-D2E39E64FDE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40479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79" r:id="rId2"/>
    <p:sldLayoutId id="2147483702" r:id="rId3"/>
    <p:sldLayoutId id="2147483701" r:id="rId4"/>
    <p:sldLayoutId id="2147483698" r:id="rId5"/>
    <p:sldLayoutId id="2147483663" r:id="rId6"/>
    <p:sldLayoutId id="2147483688" r:id="rId7"/>
    <p:sldLayoutId id="2147483665" r:id="rId8"/>
    <p:sldLayoutId id="2147483700" r:id="rId9"/>
    <p:sldLayoutId id="2147483695" r:id="rId10"/>
    <p:sldLayoutId id="2147483690" r:id="rId11"/>
    <p:sldLayoutId id="2147483699" r:id="rId12"/>
    <p:sldLayoutId id="2147483704" r:id="rId13"/>
  </p:sldLayoutIdLst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1218987" rtl="0" eaLnBrk="1" latinLnBrk="0" hangingPunct="1">
        <a:lnSpc>
          <a:spcPct val="85000"/>
        </a:lnSpc>
        <a:spcBef>
          <a:spcPct val="0"/>
        </a:spcBef>
        <a:buNone/>
        <a:tabLst/>
        <a:defRPr sz="4400" kern="1200" cap="none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5000"/>
        </a:lnSpc>
        <a:spcBef>
          <a:spcPts val="1866"/>
        </a:spcBef>
        <a:buSzPct val="100000"/>
        <a:buFont typeface="Arial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731392" indent="-304747" algn="l" defTabSz="1218987" rtl="0" eaLnBrk="1" latinLnBrk="0" hangingPunct="1">
        <a:lnSpc>
          <a:spcPct val="95000"/>
        </a:lnSpc>
        <a:spcBef>
          <a:spcPts val="1066"/>
        </a:spcBef>
        <a:buSzPct val="100000"/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2pPr>
      <a:lvl3pPr marL="1158037" indent="-304747" algn="l" defTabSz="1218987" rtl="0" eaLnBrk="1" latinLnBrk="0" hangingPunct="1">
        <a:lnSpc>
          <a:spcPct val="95000"/>
        </a:lnSpc>
        <a:spcBef>
          <a:spcPts val="1066"/>
        </a:spcBef>
        <a:buSzPct val="100000"/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3pPr>
      <a:lvl4pPr marL="1584683" indent="-304747" algn="l" defTabSz="1218987" rtl="0" eaLnBrk="1" latinLnBrk="0" hangingPunct="1">
        <a:lnSpc>
          <a:spcPct val="95000"/>
        </a:lnSpc>
        <a:spcBef>
          <a:spcPts val="1066"/>
        </a:spcBef>
        <a:buSzPct val="100000"/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11328" indent="-304747" algn="l" defTabSz="1218987" rtl="0" eaLnBrk="1" latinLnBrk="0" hangingPunct="1">
        <a:lnSpc>
          <a:spcPct val="95000"/>
        </a:lnSpc>
        <a:spcBef>
          <a:spcPts val="1066"/>
        </a:spcBef>
        <a:buSzPct val="100000"/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437973" indent="-304747" algn="l" defTabSz="1218987" rtl="0" eaLnBrk="1" latinLnBrk="0" hangingPunct="1">
        <a:lnSpc>
          <a:spcPct val="95000"/>
        </a:lnSpc>
        <a:spcBef>
          <a:spcPts val="1066"/>
        </a:spcBef>
        <a:buSzPct val="90000"/>
        <a:buFont typeface="Century Gothic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864619" indent="-304747" algn="l" defTabSz="1218987" rtl="0" eaLnBrk="1" latinLnBrk="0" hangingPunct="1">
        <a:lnSpc>
          <a:spcPct val="95000"/>
        </a:lnSpc>
        <a:spcBef>
          <a:spcPts val="1066"/>
        </a:spcBef>
        <a:buSzPct val="90000"/>
        <a:buFont typeface="Century Gothic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91264" indent="-304747" algn="l" defTabSz="1218987" rtl="0" eaLnBrk="1" latinLnBrk="0" hangingPunct="1">
        <a:lnSpc>
          <a:spcPct val="95000"/>
        </a:lnSpc>
        <a:spcBef>
          <a:spcPts val="1066"/>
        </a:spcBef>
        <a:buSzPct val="90000"/>
        <a:buFont typeface="Century Gothic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78859" indent="-304747" algn="l" defTabSz="1218987" rtl="0" eaLnBrk="1" latinLnBrk="0" hangingPunct="1">
        <a:lnSpc>
          <a:spcPct val="95000"/>
        </a:lnSpc>
        <a:spcBef>
          <a:spcPts val="1066"/>
        </a:spcBef>
        <a:buSzPct val="90000"/>
        <a:buFont typeface="Century Gothic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13113" y="1345911"/>
            <a:ext cx="5562599" cy="4166177"/>
          </a:xfrm>
        </p:spPr>
        <p:txBody>
          <a:bodyPr/>
          <a:lstStyle/>
          <a:p>
            <a:r>
              <a:rPr lang="en-IN" dirty="0"/>
              <a:t>Emerging Technologies in Computer Science Engineering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body" sz="quarter" idx="10"/>
          </p:nvPr>
        </p:nvSpPr>
        <p:spPr>
          <a:xfrm>
            <a:off x="3313112" y="5562601"/>
            <a:ext cx="5562599" cy="1295399"/>
          </a:xfr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en-US" dirty="0"/>
              <a:t>Shreena Solia</a:t>
            </a:r>
          </a:p>
        </p:txBody>
      </p:sp>
    </p:spTree>
    <p:extLst>
      <p:ext uri="{BB962C8B-B14F-4D97-AF65-F5344CB8AC3E}">
        <p14:creationId xmlns:p14="http://schemas.microsoft.com/office/powerpoint/2010/main" val="3650340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9F29B-F233-48AF-8261-F33A4E079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2808" y="685800"/>
            <a:ext cx="5181600" cy="1828800"/>
          </a:xfrm>
        </p:spPr>
        <p:txBody>
          <a:bodyPr>
            <a:noAutofit/>
          </a:bodyPr>
          <a:lstStyle/>
          <a:p>
            <a:r>
              <a:rPr lang="en-IN" dirty="0"/>
              <a:t>What Are Emerging Technologies?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E3EA69-4E0E-41BD-8095-A124225A26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2808" y="2667001"/>
            <a:ext cx="5181595" cy="3352800"/>
          </a:xfrm>
        </p:spPr>
        <p:txBody>
          <a:bodyPr>
            <a:normAutofit fontScale="925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Emerging technologies are </a:t>
            </a:r>
            <a:r>
              <a:rPr lang="en-IN" b="1" dirty="0"/>
              <a:t>innovations that are still developing</a:t>
            </a:r>
            <a:r>
              <a:rPr lang="en-IN" dirty="0"/>
              <a:t> but have the potential to </a:t>
            </a:r>
            <a:r>
              <a:rPr lang="en-IN" b="1" dirty="0"/>
              <a:t>transform industries and society</a:t>
            </a:r>
            <a:r>
              <a:rPr lang="en-IN" dirty="0"/>
              <a:t>.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Examples include </a:t>
            </a:r>
            <a:r>
              <a:rPr lang="en-IN" b="1" dirty="0"/>
              <a:t>Artificial Intelligence</a:t>
            </a:r>
            <a:r>
              <a:rPr lang="en-IN" dirty="0"/>
              <a:t>, </a:t>
            </a:r>
            <a:r>
              <a:rPr lang="en-IN" b="1" dirty="0"/>
              <a:t>Blockchain</a:t>
            </a:r>
            <a:r>
              <a:rPr lang="en-IN" dirty="0"/>
              <a:t>, </a:t>
            </a:r>
            <a:r>
              <a:rPr lang="en-IN" b="1" dirty="0"/>
              <a:t>Quantum Computing</a:t>
            </a:r>
            <a:r>
              <a:rPr lang="en-IN" dirty="0"/>
              <a:t>, </a:t>
            </a:r>
            <a:r>
              <a:rPr lang="en-IN" b="1" dirty="0"/>
              <a:t>IoT</a:t>
            </a:r>
            <a:r>
              <a:rPr lang="en-IN" dirty="0"/>
              <a:t>, and </a:t>
            </a:r>
            <a:r>
              <a:rPr lang="en-IN" b="1" dirty="0"/>
              <a:t>Cloud Computing</a:t>
            </a:r>
            <a:r>
              <a:rPr lang="en-IN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These technologies drive </a:t>
            </a:r>
            <a:r>
              <a:rPr lang="en-IN" b="1" dirty="0"/>
              <a:t>efficiency, creativity, and global progress</a:t>
            </a:r>
            <a:r>
              <a:rPr lang="en-IN" dirty="0"/>
              <a:t>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D0D2A9-4F46-6139-CAD9-1811155D6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0BA0E-20D0-4E7C-B286-26C960A6788F}" type="slidenum">
              <a:rPr lang="en-US" smtClean="0"/>
              <a:t>2</a:t>
            </a:fld>
            <a:endParaRPr lang="en-US" dirty="0"/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AF71810F-003F-5401-A1B6-74D54101882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6" b="1536"/>
          <a:stretch>
            <a:fillRect/>
          </a:stretch>
        </p:blipFill>
        <p:spPr>
          <a:custGeom>
            <a:avLst/>
            <a:gdLst>
              <a:gd name="connsiteX0" fmla="*/ 0 w 3944303"/>
              <a:gd name="connsiteY0" fmla="*/ 6402705 h 6822059"/>
              <a:gd name="connsiteX1" fmla="*/ 3944303 w 3944303"/>
              <a:gd name="connsiteY1" fmla="*/ 6402705 h 6822059"/>
              <a:gd name="connsiteX2" fmla="*/ 3944303 w 3944303"/>
              <a:gd name="connsiteY2" fmla="*/ 6822059 h 6822059"/>
              <a:gd name="connsiteX3" fmla="*/ 0 w 3944303"/>
              <a:gd name="connsiteY3" fmla="*/ 6822059 h 6822059"/>
              <a:gd name="connsiteX4" fmla="*/ 0 w 3944303"/>
              <a:gd name="connsiteY4" fmla="*/ 457200 h 6822059"/>
              <a:gd name="connsiteX5" fmla="*/ 3944303 w 3944303"/>
              <a:gd name="connsiteY5" fmla="*/ 457200 h 6822059"/>
              <a:gd name="connsiteX6" fmla="*/ 3944303 w 3944303"/>
              <a:gd name="connsiteY6" fmla="*/ 6366129 h 6822059"/>
              <a:gd name="connsiteX7" fmla="*/ 0 w 3944303"/>
              <a:gd name="connsiteY7" fmla="*/ 6366129 h 6822059"/>
              <a:gd name="connsiteX8" fmla="*/ 0 w 3944303"/>
              <a:gd name="connsiteY8" fmla="*/ 0 h 6822059"/>
              <a:gd name="connsiteX9" fmla="*/ 3944303 w 3944303"/>
              <a:gd name="connsiteY9" fmla="*/ 0 h 6822059"/>
              <a:gd name="connsiteX10" fmla="*/ 3944303 w 3944303"/>
              <a:gd name="connsiteY10" fmla="*/ 420624 h 6822059"/>
              <a:gd name="connsiteX11" fmla="*/ 0 w 3944303"/>
              <a:gd name="connsiteY11" fmla="*/ 420624 h 6822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944303" h="6822059">
                <a:moveTo>
                  <a:pt x="0" y="6402705"/>
                </a:moveTo>
                <a:lnTo>
                  <a:pt x="3944303" y="6402705"/>
                </a:lnTo>
                <a:lnTo>
                  <a:pt x="3944303" y="6822059"/>
                </a:lnTo>
                <a:lnTo>
                  <a:pt x="0" y="6822059"/>
                </a:lnTo>
                <a:close/>
                <a:moveTo>
                  <a:pt x="0" y="457200"/>
                </a:moveTo>
                <a:lnTo>
                  <a:pt x="3944303" y="457200"/>
                </a:lnTo>
                <a:lnTo>
                  <a:pt x="3944303" y="6366129"/>
                </a:lnTo>
                <a:lnTo>
                  <a:pt x="0" y="6366129"/>
                </a:lnTo>
                <a:close/>
                <a:moveTo>
                  <a:pt x="0" y="0"/>
                </a:moveTo>
                <a:lnTo>
                  <a:pt x="3944303" y="0"/>
                </a:lnTo>
                <a:lnTo>
                  <a:pt x="3944303" y="420624"/>
                </a:lnTo>
                <a:lnTo>
                  <a:pt x="0" y="420624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243494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FA191-5CCC-43CB-BD83-4F80ED362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9154" y="304800"/>
            <a:ext cx="7750516" cy="914401"/>
          </a:xfrm>
        </p:spPr>
        <p:txBody>
          <a:bodyPr/>
          <a:lstStyle/>
          <a:p>
            <a:r>
              <a:rPr lang="en-IN" dirty="0"/>
              <a:t>Artificial Intelligence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BBEAF-B516-45F4-9EF6-A9F6511158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19154" y="1371600"/>
            <a:ext cx="7750516" cy="4876799"/>
          </a:xfrm>
        </p:spPr>
        <p:txBody>
          <a:bodyPr vert="horz" lIns="91416" tIns="45708" rIns="91416" bIns="45708" rtlCol="0" anchor="t">
            <a:noAutofit/>
          </a:bodyPr>
          <a:lstStyle/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Definition:</a:t>
            </a:r>
            <a:r>
              <a:rPr lang="en-IN" dirty="0"/>
              <a:t> AI is the simulation of human intelligence in machines that can learn, reason, and make decisions.</a:t>
            </a:r>
          </a:p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Core Functions:</a:t>
            </a:r>
            <a:r>
              <a:rPr lang="en-IN" dirty="0"/>
              <a:t> Learning (from data), reasoning (problem‑solving), and self‑correction.</a:t>
            </a:r>
          </a:p>
          <a:p>
            <a:pPr marL="342900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Applications: </a:t>
            </a:r>
            <a:endParaRPr lang="en-US" b="1" dirty="0"/>
          </a:p>
          <a:p>
            <a:pPr marL="342900" indent="-342900" algn="l">
              <a:lnSpc>
                <a:spcPct val="100000"/>
              </a:lnSpc>
              <a:buFont typeface="+mj-lt"/>
              <a:buAutoNum type="arabicPeriod"/>
            </a:pPr>
            <a:r>
              <a:rPr lang="en-IN" dirty="0"/>
              <a:t>Chatbots and virtual assistants (e.g., Siri, Alexa)</a:t>
            </a:r>
          </a:p>
          <a:p>
            <a:pPr marL="342900" indent="-342900" algn="l">
              <a:lnSpc>
                <a:spcPct val="100000"/>
              </a:lnSpc>
              <a:buFont typeface="+mj-lt"/>
              <a:buAutoNum type="arabicPeriod"/>
            </a:pPr>
            <a:r>
              <a:rPr lang="en-IN" dirty="0"/>
              <a:t>Recommendation systems (Netflix, Amazon)</a:t>
            </a:r>
          </a:p>
          <a:p>
            <a:pPr marL="342900" indent="-342900" algn="l">
              <a:lnSpc>
                <a:spcPct val="100000"/>
              </a:lnSpc>
              <a:buFont typeface="+mj-lt"/>
              <a:buAutoNum type="arabicPeriod"/>
            </a:pPr>
            <a:r>
              <a:rPr lang="en-IN" dirty="0"/>
              <a:t>Autonomous vehicles and robotics</a:t>
            </a:r>
          </a:p>
          <a:p>
            <a:pPr marL="342900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Impact:</a:t>
            </a:r>
            <a:r>
              <a:rPr lang="en-IN" dirty="0"/>
              <a:t> AI improves efficiency, reduces human effort, and enables smarter automation.</a:t>
            </a:r>
          </a:p>
          <a:p>
            <a:pPr marL="342900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Future Scope:</a:t>
            </a:r>
            <a:r>
              <a:rPr lang="en-IN" dirty="0"/>
              <a:t> Expanding into healthcare, finance, education, and cybersecurity.</a:t>
            </a:r>
            <a:endParaRPr lang="en-IN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00C9AD-2E11-A113-E514-88624AFED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0173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AEE93-8585-46D4-A7EC-F184E317C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5807" y="171451"/>
            <a:ext cx="5637210" cy="1028700"/>
          </a:xfrm>
        </p:spPr>
        <p:txBody>
          <a:bodyPr/>
          <a:lstStyle/>
          <a:p>
            <a:r>
              <a:rPr lang="en-IN" dirty="0"/>
              <a:t>Where AI Is Used Today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FFC60-19C3-4901-93F7-7AAF4C09F8C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275807" y="1295400"/>
            <a:ext cx="5637210" cy="198120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Virtual Assistants:</a:t>
            </a:r>
            <a:r>
              <a:rPr lang="en-IN" sz="1600" dirty="0"/>
              <a:t> Siri, Alexa, and Google Assistant help with daily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Healthcare:</a:t>
            </a:r>
            <a:r>
              <a:rPr lang="en-IN" sz="1600" dirty="0"/>
              <a:t> AI supports medical imaging, diagnosis, and drug discovery.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And other fields like </a:t>
            </a:r>
            <a:r>
              <a:rPr lang="en-IN" sz="1600" b="1" dirty="0"/>
              <a:t>Finance, Education, Transportation </a:t>
            </a:r>
            <a:r>
              <a:rPr lang="en-IN" sz="1600" dirty="0"/>
              <a:t>and </a:t>
            </a:r>
            <a:r>
              <a:rPr lang="en-IN" sz="1600" b="1" dirty="0"/>
              <a:t>Entertainment</a:t>
            </a:r>
            <a:r>
              <a:rPr lang="en-IN" sz="1600" dirty="0"/>
              <a:t>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211086-9834-6634-D7AB-3C7FE49FC60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E60CF2-E6FC-3522-0FDE-20DEA01256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890" b="8791"/>
          <a:stretch>
            <a:fillRect/>
          </a:stretch>
        </p:blipFill>
        <p:spPr>
          <a:xfrm>
            <a:off x="3465511" y="3371849"/>
            <a:ext cx="5257801" cy="3286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493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605AF1-623C-4E09-AB5D-8DD057148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412" y="533400"/>
            <a:ext cx="4343392" cy="914400"/>
          </a:xfrm>
        </p:spPr>
        <p:txBody>
          <a:bodyPr/>
          <a:lstStyle/>
          <a:p>
            <a:r>
              <a:rPr lang="en-IN" dirty="0"/>
              <a:t>Blockchain Overview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132CBE-18C7-A51B-2E2A-84C26D44E59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789104" y="1752600"/>
            <a:ext cx="8153400" cy="4224782"/>
          </a:xfrm>
        </p:spPr>
        <p:txBody>
          <a:bodyPr anchor="ctr">
            <a:noAutofit/>
          </a:bodyPr>
          <a:lstStyle/>
          <a:p>
            <a:pPr>
              <a:lnSpc>
                <a:spcPct val="120000"/>
              </a:lnSpc>
            </a:pPr>
            <a:r>
              <a:rPr lang="en-IN" b="1" dirty="0"/>
              <a:t>Definition:</a:t>
            </a:r>
            <a:r>
              <a:rPr lang="en-IN" dirty="0"/>
              <a:t> blockchain is a decentralized digital ledger that records transactions across multiple computers securely.</a:t>
            </a:r>
          </a:p>
          <a:p>
            <a:pPr>
              <a:lnSpc>
                <a:spcPct val="120000"/>
              </a:lnSpc>
            </a:pPr>
            <a:r>
              <a:rPr lang="en-IN" b="1" dirty="0"/>
              <a:t>Key features:</a:t>
            </a:r>
          </a:p>
          <a:p>
            <a:pPr marL="342900" indent="-342900">
              <a:lnSpc>
                <a:spcPct val="120000"/>
              </a:lnSpc>
              <a:buFont typeface="+mj-lt"/>
              <a:buAutoNum type="arabicPeriod"/>
            </a:pPr>
            <a:r>
              <a:rPr lang="en-IN" dirty="0"/>
              <a:t>Transparency – everyone can view the records</a:t>
            </a:r>
          </a:p>
          <a:p>
            <a:pPr marL="342900" indent="-342900">
              <a:lnSpc>
                <a:spcPct val="120000"/>
              </a:lnSpc>
              <a:buFont typeface="+mj-lt"/>
              <a:buAutoNum type="arabicPeriod"/>
            </a:pPr>
            <a:r>
              <a:rPr lang="en-IN" dirty="0"/>
              <a:t>Immutability – data cannot be altered once recorded</a:t>
            </a:r>
          </a:p>
          <a:p>
            <a:pPr marL="342900" indent="-342900">
              <a:lnSpc>
                <a:spcPct val="120000"/>
              </a:lnSpc>
              <a:buFont typeface="+mj-lt"/>
              <a:buAutoNum type="arabicPeriod"/>
            </a:pPr>
            <a:r>
              <a:rPr lang="en-IN" dirty="0"/>
              <a:t>Security – uses cryptographic algorithms</a:t>
            </a:r>
          </a:p>
          <a:p>
            <a:pPr>
              <a:lnSpc>
                <a:spcPct val="120000"/>
              </a:lnSpc>
            </a:pPr>
            <a:r>
              <a:rPr lang="en-IN" b="1" dirty="0"/>
              <a:t>Applications:</a:t>
            </a:r>
          </a:p>
          <a:p>
            <a:pPr marL="342900" indent="-342900">
              <a:lnSpc>
                <a:spcPct val="120000"/>
              </a:lnSpc>
              <a:buFont typeface="+mj-lt"/>
              <a:buAutoNum type="arabicPeriod"/>
            </a:pPr>
            <a:r>
              <a:rPr lang="en-IN" dirty="0"/>
              <a:t>Cryptocurrency (bitcoin, </a:t>
            </a:r>
            <a:r>
              <a:rPr lang="en-IN" dirty="0" err="1"/>
              <a:t>ethereum</a:t>
            </a:r>
            <a:r>
              <a:rPr lang="en-IN" dirty="0"/>
              <a:t>)</a:t>
            </a:r>
          </a:p>
          <a:p>
            <a:pPr marL="342900" indent="-342900">
              <a:lnSpc>
                <a:spcPct val="120000"/>
              </a:lnSpc>
              <a:buFont typeface="+mj-lt"/>
              <a:buAutoNum type="arabicPeriod"/>
            </a:pPr>
            <a:r>
              <a:rPr lang="en-IN" dirty="0"/>
              <a:t>Supply chain tracking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56512-A465-45FD-8FF5-640C08FE8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2106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31FE9-9059-4FE8-B4AC-9771F23A1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9149" y="457200"/>
            <a:ext cx="6692772" cy="990601"/>
          </a:xfrm>
        </p:spPr>
        <p:txBody>
          <a:bodyPr/>
          <a:lstStyle/>
          <a:p>
            <a:r>
              <a:rPr lang="en-IN" dirty="0"/>
              <a:t>Where Blockchain Is Used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2EB3F-4D60-451F-8F45-7D6654D2FC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59149" y="1524000"/>
            <a:ext cx="6679975" cy="4876800"/>
          </a:xfrm>
        </p:spPr>
        <p:txBody>
          <a:bodyPr vert="horz" lIns="91416" tIns="45708" rIns="91416" bIns="45708" rtlCol="0" anchor="t">
            <a:normAutofit fontScale="62500" lnSpcReduction="20000"/>
          </a:bodyPr>
          <a:lstStyle/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en-IN" sz="2900" b="1" dirty="0"/>
              <a:t>Cryptocurrency:</a:t>
            </a:r>
            <a:r>
              <a:rPr lang="en-IN" sz="2900" dirty="0"/>
              <a:t> Secure transactions with Bitcoin, Ethereum, and other digital currencies.</a:t>
            </a: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en-IN" sz="2900" b="1" dirty="0"/>
              <a:t>Supply Chain Management:</a:t>
            </a:r>
            <a:r>
              <a:rPr lang="en-IN" sz="2900" dirty="0"/>
              <a:t> Tracks goods from origin to delivery, ensuring transparency.</a:t>
            </a: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en-IN" sz="2900" b="1" dirty="0"/>
              <a:t>Voting Systems:</a:t>
            </a:r>
            <a:r>
              <a:rPr lang="en-IN" sz="2900" dirty="0"/>
              <a:t> Provides tamper‑proof digital voting for fair elections.</a:t>
            </a: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en-IN" sz="2900" b="1" dirty="0"/>
              <a:t>Digital Identity:</a:t>
            </a:r>
            <a:r>
              <a:rPr lang="en-IN" sz="2900" dirty="0"/>
              <a:t> Protects personal data with secure, verifiable identities.</a:t>
            </a: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en-IN" sz="2900" b="1" dirty="0"/>
              <a:t>Smart Contracts:</a:t>
            </a:r>
            <a:r>
              <a:rPr lang="en-IN" sz="2900" dirty="0"/>
              <a:t> Self‑executing agreements coded on the blockchain.</a:t>
            </a: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en-IN" sz="2900" b="1" dirty="0"/>
              <a:t>Healthcare Records:</a:t>
            </a:r>
            <a:r>
              <a:rPr lang="en-IN" sz="2900" dirty="0"/>
              <a:t> Secure sharing of patient data across hospitals.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67D085-E57E-3A04-1867-E62D75D5A09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F5A3523-1E9F-B22F-04B1-550EBB065DF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3" b="203"/>
          <a:stretch>
            <a:fillRect/>
          </a:stretch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920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141" y="304800"/>
            <a:ext cx="10816542" cy="1409696"/>
          </a:xfrm>
        </p:spPr>
        <p:txBody>
          <a:bodyPr/>
          <a:lstStyle/>
          <a:p>
            <a:r>
              <a:rPr lang="en-IN" dirty="0"/>
              <a:t>Cloud Computing Overview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6B31B0-7B84-475D-961F-09C0191F91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90685" y="1962146"/>
            <a:ext cx="4761153" cy="4210054"/>
          </a:xfrm>
        </p:spPr>
        <p:txBody>
          <a:bodyPr vert="horz" lIns="91416" tIns="45708" rIns="91416" bIns="45708" rtlCol="0" anchor="t">
            <a:normAutofit fontScale="92500" lnSpcReduction="10000"/>
          </a:bodyPr>
          <a:lstStyle/>
          <a:p>
            <a:r>
              <a:rPr lang="en-IN" b="1" dirty="0"/>
              <a:t>Definition:</a:t>
            </a:r>
            <a:r>
              <a:rPr lang="en-IN" dirty="0"/>
              <a:t> On‑demand delivery of computing resources (servers, storage, databases, software) over the internet.</a:t>
            </a:r>
          </a:p>
          <a:p>
            <a:r>
              <a:rPr lang="en-IN" b="1" dirty="0"/>
              <a:t>Models: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b="1" dirty="0"/>
              <a:t>IaaS:</a:t>
            </a:r>
            <a:r>
              <a:rPr lang="en-IN" dirty="0"/>
              <a:t> Infrastructure as a Service – virtual machines, storage.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b="1" dirty="0"/>
              <a:t>PaaS:</a:t>
            </a:r>
            <a:r>
              <a:rPr lang="en-IN" dirty="0"/>
              <a:t> Platform as a Service – development platforms, tools.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b="1" dirty="0"/>
              <a:t>SaaS:</a:t>
            </a:r>
            <a:r>
              <a:rPr lang="en-IN" dirty="0"/>
              <a:t> Software as a Service – applications like Gmail, Office 365.</a:t>
            </a:r>
          </a:p>
          <a:p>
            <a:pPr marL="342900" indent="-342900">
              <a:buFont typeface="+mj-lt"/>
              <a:buAutoNum type="arabicPeriod"/>
            </a:pPr>
            <a:endParaRPr lang="en-IN" b="1" dirty="0"/>
          </a:p>
          <a:p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60EB7D1-7CD7-C7FC-356C-5B772F1FDC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36990" y="1962146"/>
            <a:ext cx="4761153" cy="4210054"/>
          </a:xfrm>
        </p:spPr>
        <p:txBody>
          <a:bodyPr>
            <a:normAutofit/>
          </a:bodyPr>
          <a:lstStyle/>
          <a:p>
            <a:r>
              <a:rPr lang="en-IN" b="1" dirty="0"/>
              <a:t>Benefits:</a:t>
            </a:r>
            <a:r>
              <a:rPr lang="en-IN" dirty="0"/>
              <a:t> Scalability, flexibility, cost‑efficiency, remote access, disaster recovery.</a:t>
            </a:r>
          </a:p>
          <a:p>
            <a:r>
              <a:rPr lang="en-IN" b="1" dirty="0"/>
              <a:t>Examples:</a:t>
            </a:r>
            <a:r>
              <a:rPr lang="en-IN" dirty="0"/>
              <a:t> Amazon Web Services (AWS), Microsoft Azure, Google Cloud.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D9313D-68C1-2FB9-307F-FA5BFA55F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t>7</a:t>
            </a:fld>
            <a:endParaRPr lang="en-US" dirty="0"/>
          </a:p>
        </p:txBody>
      </p:sp>
      <p:pic>
        <p:nvPicPr>
          <p:cNvPr id="2" name="Picture 1" descr="GCP Notes (I). Google Cloud Platform is a cloud… | by Ritchie Pulikottil | Level Up Coding">
            <a:extLst>
              <a:ext uri="{FF2B5EF4-FFF2-40B4-BE49-F238E27FC236}">
                <a16:creationId xmlns:a16="http://schemas.microsoft.com/office/drawing/2014/main" id="{AE9D156C-FA4E-689B-4071-33F00D3C3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812" y="4517601"/>
            <a:ext cx="3429000" cy="1923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694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 build="p"/>
      <p:bldP spid="11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7B9CF-9D00-90CD-C66A-C12991BBF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0CD8F-72A0-76DF-769D-3512E4F76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0856" y="533400"/>
            <a:ext cx="8527111" cy="2209801"/>
          </a:xfrm>
        </p:spPr>
        <p:txBody>
          <a:bodyPr anchor="ctr"/>
          <a:lstStyle/>
          <a:p>
            <a:r>
              <a:rPr lang="en-IN" dirty="0"/>
              <a:t>Edge Computing Overview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FDEDDB-0E5A-9780-2ACA-255A515C22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27211" y="2933697"/>
            <a:ext cx="4114801" cy="3390903"/>
          </a:xfrm>
        </p:spPr>
        <p:txBody>
          <a:bodyPr>
            <a:normAutofit fontScale="92500"/>
          </a:bodyPr>
          <a:lstStyle/>
          <a:p>
            <a:r>
              <a:rPr lang="en-IN" b="1" dirty="0"/>
              <a:t>Definition:</a:t>
            </a:r>
            <a:r>
              <a:rPr lang="en-IN" dirty="0"/>
              <a:t> Data processing closer to devices (the “edge”) rather than centralized cloud servers.</a:t>
            </a:r>
          </a:p>
          <a:p>
            <a:pPr lvl="0"/>
            <a:r>
              <a:rPr lang="en-IN" b="1" dirty="0"/>
              <a:t>Applications:</a:t>
            </a:r>
            <a:r>
              <a:rPr lang="en-IN" dirty="0"/>
              <a:t> Smart cities, autonomous vehicles, industrial IoT, AR/VR.</a:t>
            </a:r>
          </a:p>
          <a:p>
            <a:pPr lvl="0"/>
            <a:r>
              <a:rPr lang="en-IN" b="1" dirty="0"/>
              <a:t>Impact:</a:t>
            </a:r>
            <a:r>
              <a:rPr lang="en-IN" dirty="0"/>
              <a:t> Enables faster, localized computing for time‑sensitive tasks.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1A7CA8-6C92-FE91-9366-0BE258875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356FF8-8CA8-8C48-C00C-E4F86208AE7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IN" b="1" dirty="0"/>
              <a:t>Advantages:</a:t>
            </a:r>
            <a:endParaRPr lang="en-IN" dirty="0"/>
          </a:p>
          <a:p>
            <a:pPr marL="342900" lvl="0" indent="-342900">
              <a:buFont typeface="+mj-lt"/>
              <a:buAutoNum type="arabicPeriod"/>
            </a:pPr>
            <a:r>
              <a:rPr lang="en-IN" dirty="0"/>
              <a:t>Real‑time response for critical systems.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dirty="0"/>
              <a:t>Reduced latency and faster decision‑making.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dirty="0"/>
              <a:t>Lower bandwidth usage and cost savings.</a:t>
            </a:r>
          </a:p>
        </p:txBody>
      </p:sp>
    </p:spTree>
    <p:extLst>
      <p:ext uri="{BB962C8B-B14F-4D97-AF65-F5344CB8AC3E}">
        <p14:creationId xmlns:p14="http://schemas.microsoft.com/office/powerpoint/2010/main" val="10342988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  <p:bldP spid="6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CB0E1F-F8E9-4314-03A5-16A5CA163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A5CD9-0AF4-0FB8-7606-42939C389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3424" y="914400"/>
            <a:ext cx="5637210" cy="1028700"/>
          </a:xfrm>
        </p:spPr>
        <p:txBody>
          <a:bodyPr>
            <a:normAutofit fontScale="90000"/>
          </a:bodyPr>
          <a:lstStyle/>
          <a:p>
            <a:r>
              <a:rPr lang="en-IN" dirty="0"/>
              <a:t>Cybersecurity in Emerging Tech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78A1E-9912-ED52-630D-1FC33F08CDD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273424" y="2114550"/>
            <a:ext cx="5637210" cy="4514850"/>
          </a:xfrm>
        </p:spPr>
        <p:txBody>
          <a:bodyPr>
            <a:normAutofit/>
          </a:bodyPr>
          <a:lstStyle/>
          <a:p>
            <a:pPr marL="285750" lvl="0" indent="-285750" algn="l">
              <a:buFont typeface="Arial" panose="020B0604020202020204" pitchFamily="34" charset="0"/>
              <a:buChar char="•"/>
            </a:pPr>
            <a:r>
              <a:rPr lang="en-IN" b="1" dirty="0"/>
              <a:t>Definition:</a:t>
            </a:r>
            <a:r>
              <a:rPr lang="en-IN" dirty="0"/>
              <a:t> Protecting systems, networks, and data from unauthorized access and cyberattacks.</a:t>
            </a:r>
          </a:p>
          <a:p>
            <a:pPr marL="285750" lvl="0" indent="-285750" algn="l">
              <a:buFont typeface="Arial" panose="020B0604020202020204" pitchFamily="34" charset="0"/>
              <a:buChar char="•"/>
            </a:pPr>
            <a:r>
              <a:rPr lang="en-IN" b="1" dirty="0"/>
              <a:t>Threats:</a:t>
            </a:r>
            <a:r>
              <a:rPr lang="en-IN" dirty="0"/>
              <a:t> Malware, phishing, ransomware, insider threats, data breaches.</a:t>
            </a:r>
          </a:p>
          <a:p>
            <a:pPr marL="285750" lvl="0" indent="-285750" algn="l">
              <a:buFont typeface="Arial" panose="020B0604020202020204" pitchFamily="34" charset="0"/>
              <a:buChar char="•"/>
            </a:pPr>
            <a:r>
              <a:rPr lang="en-IN" b="1" dirty="0"/>
              <a:t>Solutions:</a:t>
            </a:r>
            <a:r>
              <a:rPr lang="en-IN" dirty="0"/>
              <a:t> Encryption, firewalls, multi‑factor authentication, AI‑based threat detection.</a:t>
            </a:r>
          </a:p>
          <a:p>
            <a:pPr marL="285750" lvl="0" indent="-285750" algn="l">
              <a:buFont typeface="Arial" panose="020B0604020202020204" pitchFamily="34" charset="0"/>
              <a:buChar char="•"/>
            </a:pPr>
            <a:r>
              <a:rPr lang="en-IN" b="1" dirty="0"/>
              <a:t>Impact:</a:t>
            </a:r>
            <a:r>
              <a:rPr lang="en-IN" dirty="0"/>
              <a:t> Builds trust, ensures privacy, and secures adoption of emerging technologies.</a:t>
            </a:r>
          </a:p>
          <a:p>
            <a:pPr marL="285750" lvl="0" indent="-285750" algn="l">
              <a:buFont typeface="Arial" panose="020B0604020202020204" pitchFamily="34" charset="0"/>
              <a:buChar char="•"/>
            </a:pPr>
            <a:r>
              <a:rPr lang="en-IN" b="1" dirty="0"/>
              <a:t>Future Scope:</a:t>
            </a:r>
            <a:r>
              <a:rPr lang="en-IN" dirty="0"/>
              <a:t> AI‑driven security, blockchain‑based identity, quantum‑safe cryptography.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5DD384-B124-49CB-5643-FC02118BC1C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08072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605AF1-623C-4E09-AB5D-8DD057148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6014" y="533401"/>
            <a:ext cx="8153381" cy="1143000"/>
          </a:xfrm>
        </p:spPr>
        <p:txBody>
          <a:bodyPr anchor="ctr"/>
          <a:lstStyle/>
          <a:p>
            <a:r>
              <a:rPr lang="en-IN" dirty="0"/>
              <a:t>Future Outlook &amp; Career Opportunities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1DDDEF-20C4-4F65-BAC9-0A763DF7E0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6014" y="1600200"/>
            <a:ext cx="4724397" cy="4419600"/>
          </a:xfrm>
        </p:spPr>
        <p:txBody>
          <a:bodyPr vert="horz" lIns="91416" tIns="45708" rIns="91416" bIns="45708" rtlCol="0" anchor="t">
            <a:normAutofit fontScale="92500" lnSpcReduction="10000"/>
          </a:bodyPr>
          <a:lstStyle/>
          <a:p>
            <a:r>
              <a:rPr lang="en-IN" b="1" dirty="0"/>
              <a:t>Career Paths:</a:t>
            </a:r>
            <a:endParaRPr lang="en-IN" dirty="0"/>
          </a:p>
          <a:p>
            <a:pPr lvl="0"/>
            <a:r>
              <a:rPr lang="en-IN" dirty="0"/>
              <a:t>AI Engineer – building intelligent systems.</a:t>
            </a:r>
          </a:p>
          <a:p>
            <a:pPr lvl="0"/>
            <a:r>
              <a:rPr lang="en-IN" dirty="0"/>
              <a:t>Blockchain Developer – designing decentralized apps.</a:t>
            </a:r>
          </a:p>
          <a:p>
            <a:pPr lvl="0"/>
            <a:r>
              <a:rPr lang="en-IN" dirty="0"/>
              <a:t>Quantum Computing Researcher – solving complex problems.</a:t>
            </a:r>
          </a:p>
          <a:p>
            <a:pPr lvl="0"/>
            <a:r>
              <a:rPr lang="en-IN" dirty="0"/>
              <a:t>IoT Architect – designing connected ecosystems.</a:t>
            </a:r>
          </a:p>
          <a:p>
            <a:pPr lvl="0"/>
            <a:r>
              <a:rPr lang="en-IN" dirty="0"/>
              <a:t>Cybersecurity Analyst – protecting digital assets.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132CBE-18C7-A51B-2E2A-84C26D44E59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8609012" y="1583871"/>
            <a:ext cx="3200384" cy="4419600"/>
          </a:xfrm>
        </p:spPr>
        <p:txBody>
          <a:bodyPr anchor="t">
            <a:normAutofit fontScale="92500" lnSpcReduction="10000"/>
          </a:bodyPr>
          <a:lstStyle/>
          <a:p>
            <a:r>
              <a:rPr lang="en-IN" b="1" dirty="0"/>
              <a:t>Emerging Tech Impact:</a:t>
            </a:r>
            <a:r>
              <a:rPr lang="en-IN" dirty="0"/>
              <a:t> Transforming healthcare, finance, education, manufacturing, and </a:t>
            </a:r>
            <a:r>
              <a:rPr lang="en-IN" dirty="0" err="1"/>
              <a:t>defense</a:t>
            </a:r>
            <a:r>
              <a:rPr lang="en-IN" dirty="0"/>
              <a:t>.</a:t>
            </a:r>
          </a:p>
          <a:p>
            <a:pPr lvl="0"/>
            <a:r>
              <a:rPr lang="en-IN" b="1" dirty="0"/>
              <a:t>Encouragement:</a:t>
            </a:r>
            <a:r>
              <a:rPr lang="en-IN" dirty="0"/>
              <a:t> Stay updated, keep learning, innovate, and adapt to new technologies.</a:t>
            </a:r>
          </a:p>
          <a:p>
            <a:pPr lvl="0"/>
            <a:r>
              <a:rPr lang="en-IN" b="1" dirty="0"/>
              <a:t>Global Outlook:</a:t>
            </a:r>
            <a:r>
              <a:rPr lang="en-IN" dirty="0"/>
              <a:t> Demand for skilled professionals will rise as industries digitize.</a:t>
            </a:r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266D97-3A71-F83C-E1DE-8F2CB2681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0BA0E-20D0-4E7C-B286-26C960A6788F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8554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4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AEE93-8585-46D4-A7EC-F184E317C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8934" y="2667000"/>
            <a:ext cx="5330955" cy="1409700"/>
          </a:xfrm>
        </p:spPr>
        <p:txBody>
          <a:bodyPr>
            <a:noAutofit/>
          </a:bodyPr>
          <a:lstStyle/>
          <a:p>
            <a:r>
              <a:rPr lang="en-US" sz="110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711019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Custom">
  <a:themeElements>
    <a:clrScheme name="Custom 173">
      <a:dk1>
        <a:srgbClr val="374C81"/>
      </a:dk1>
      <a:lt1>
        <a:srgbClr val="FFFFFF"/>
      </a:lt1>
      <a:dk2>
        <a:srgbClr val="000000"/>
      </a:dk2>
      <a:lt2>
        <a:srgbClr val="EDE5DF"/>
      </a:lt2>
      <a:accent1>
        <a:srgbClr val="000000"/>
      </a:accent1>
      <a:accent2>
        <a:srgbClr val="70AAC4"/>
      </a:accent2>
      <a:accent3>
        <a:srgbClr val="8B6A94"/>
      </a:accent3>
      <a:accent4>
        <a:srgbClr val="61A796"/>
      </a:accent4>
      <a:accent5>
        <a:srgbClr val="4E5798"/>
      </a:accent5>
      <a:accent6>
        <a:srgbClr val="7E5C5C"/>
      </a:accent6>
      <a:hlink>
        <a:srgbClr val="0070C0"/>
      </a:hlink>
      <a:folHlink>
        <a:srgbClr val="7030A0"/>
      </a:folHlink>
    </a:clrScheme>
    <a:fontScheme name="Custom 100">
      <a:majorFont>
        <a:latin typeface="Niagara Solid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80000" r="-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30000" t="30000" r="7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02787940_win32_LW_V5" id="{8846F80C-D74D-4F27-8214-E80518C56538}" vid="{42FAAABB-6154-447D-82D7-BB904B7291D0}"/>
    </a:ext>
  </a:extLst>
</a:theme>
</file>

<file path=ppt/theme/theme2.xml><?xml version="1.0" encoding="utf-8"?>
<a:theme xmlns:a="http://schemas.openxmlformats.org/drawingml/2006/main" name="Office Theme">
  <a:themeElements>
    <a:clrScheme name="Books16x9">
      <a:dk1>
        <a:srgbClr val="374C81"/>
      </a:dk1>
      <a:lt1>
        <a:srgbClr val="FFFFFF"/>
      </a:lt1>
      <a:dk2>
        <a:srgbClr val="000000"/>
      </a:dk2>
      <a:lt2>
        <a:srgbClr val="EDE5DF"/>
      </a:lt2>
      <a:accent1>
        <a:srgbClr val="414E77"/>
      </a:accent1>
      <a:accent2>
        <a:srgbClr val="70AAC4"/>
      </a:accent2>
      <a:accent3>
        <a:srgbClr val="8B6A94"/>
      </a:accent3>
      <a:accent4>
        <a:srgbClr val="61A796"/>
      </a:accent4>
      <a:accent5>
        <a:srgbClr val="4E5798"/>
      </a:accent5>
      <a:accent6>
        <a:srgbClr val="7E5C5C"/>
      </a:accent6>
      <a:hlink>
        <a:srgbClr val="0070C0"/>
      </a:hlink>
      <a:folHlink>
        <a:srgbClr val="7030A0"/>
      </a:folHlink>
    </a:clrScheme>
    <a:fontScheme name="Century Gothic">
      <a:majorFont>
        <a:latin typeface="Century Gothic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80000" r="-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30000" t="30000" r="70000" b="10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Books16x9">
      <a:dk1>
        <a:srgbClr val="374C81"/>
      </a:dk1>
      <a:lt1>
        <a:srgbClr val="FFFFFF"/>
      </a:lt1>
      <a:dk2>
        <a:srgbClr val="000000"/>
      </a:dk2>
      <a:lt2>
        <a:srgbClr val="EDE5DF"/>
      </a:lt2>
      <a:accent1>
        <a:srgbClr val="414E77"/>
      </a:accent1>
      <a:accent2>
        <a:srgbClr val="70AAC4"/>
      </a:accent2>
      <a:accent3>
        <a:srgbClr val="8B6A94"/>
      </a:accent3>
      <a:accent4>
        <a:srgbClr val="61A796"/>
      </a:accent4>
      <a:accent5>
        <a:srgbClr val="4E5798"/>
      </a:accent5>
      <a:accent6>
        <a:srgbClr val="7E5C5C"/>
      </a:accent6>
      <a:hlink>
        <a:srgbClr val="0070C0"/>
      </a:hlink>
      <a:folHlink>
        <a:srgbClr val="7030A0"/>
      </a:folHlink>
    </a:clrScheme>
    <a:fontScheme name="Century Gothic">
      <a:majorFont>
        <a:latin typeface="Century Gothic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80000" r="-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30000" t="30000" r="70000" b="10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98BD8C90-A3BA-4A7A-B350-4B9A0D6525A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1F051D4-1D3D-484E-9778-1C8141DF7C6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4275B5A-7993-4B5E-9459-F514F3EBE15D}">
  <ds:schemaRefs>
    <ds:schemaRef ds:uri="http://purl.org/dc/dcmitype/"/>
    <ds:schemaRef ds:uri="http://schemas.microsoft.com/office/2006/documentManagement/types"/>
    <ds:schemaRef ds:uri="http://purl.org/dc/elements/1.1/"/>
    <ds:schemaRef ds:uri="230e9df3-be65-4c73-a93b-d1236ebd677e"/>
    <ds:schemaRef ds:uri="http://schemas.microsoft.com/office/infopath/2007/PartnerControls"/>
    <ds:schemaRef ds:uri="16c05727-aa75-4e4a-9b5f-8a80a1165891"/>
    <ds:schemaRef ds:uri="http://schemas.microsoft.com/office/2006/metadata/properties"/>
    <ds:schemaRef ds:uri="http://schemas.openxmlformats.org/package/2006/metadata/core-properties"/>
    <ds:schemaRef ds:uri="71af3243-3dd4-4a8d-8c0d-dd76da1f02a5"/>
    <ds:schemaRef ds:uri="http://schemas.microsoft.com/sharepoint/v3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</TotalTime>
  <Words>688</Words>
  <Application>Microsoft Office PowerPoint</Application>
  <PresentationFormat>Custom</PresentationFormat>
  <Paragraphs>80</Paragraphs>
  <Slides>11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Century Gothic</vt:lpstr>
      <vt:lpstr>Niagara Solid</vt:lpstr>
      <vt:lpstr>Custom</vt:lpstr>
      <vt:lpstr>Emerging Technologies in Computer Science Engineering</vt:lpstr>
      <vt:lpstr>What Are Emerging Technologies?</vt:lpstr>
      <vt:lpstr>Artificial Intelligence Overview</vt:lpstr>
      <vt:lpstr>Where AI Is Used Today</vt:lpstr>
      <vt:lpstr>Blockchain Overview</vt:lpstr>
      <vt:lpstr>Where Blockchain Is Used</vt:lpstr>
      <vt:lpstr>Cloud Computing Overview</vt:lpstr>
      <vt:lpstr>Edge Computing Overview</vt:lpstr>
      <vt:lpstr>Cybersecurity in Emerging Tech</vt:lpstr>
      <vt:lpstr>Future Outlook &amp; Career Opportunities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Shreena</dc:creator>
  <cp:lastModifiedBy>Shreena Solia</cp:lastModifiedBy>
  <cp:revision>2</cp:revision>
  <dcterms:created xsi:type="dcterms:W3CDTF">2026-08-27T07:10:20Z</dcterms:created>
  <dcterms:modified xsi:type="dcterms:W3CDTF">2026-09-19T16:16:08Z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0x01010079F111ED35F8CC479449609E8A0923A6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  <property fmtid="{D5CDD505-2E9C-101B-9397-08002B2CF9AE}" pid="8" name="ClassificationContentMarkingFooterText">
    <vt:lpwstr>Classified as Microsoft Confidential</vt:lpwstr>
  </property>
  <property fmtid="{D5CDD505-2E9C-101B-9397-08002B2CF9AE}" pid="9" name="MediaServiceImageTags">
    <vt:lpwstr/>
  </property>
</Properties>
</file>